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A87E7-AEA0-4645-9CCA-424212A909C0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531FA-6842-415B-AC93-CDF52012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4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531FA-6842-415B-AC93-CDF5201264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2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EBEF-5B91-1250-08A1-F8BA8E2D7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D8818-F113-4BC7-0766-F64B252CB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646B-F7FC-0CF6-D1B6-FAA3C417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3EF41-2160-EF58-3E69-CA3A9CF9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F267E-EE70-4E9F-DD48-63ED03A7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9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B24A-6951-AD42-4D59-666F5EE3A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119D-F929-C296-C184-2599078C5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DB4BD-1002-0DB5-F1C5-54038CC1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3AA3-4848-1CD7-FFDD-5C7F1DC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6AFAC-7B92-5B1E-D7A8-B2BE4076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4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239F-A423-A43D-A7C4-517450F0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3AAA7-3797-80EB-E521-A0AA36D7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9ACC1-0EB0-D43E-BDD4-AB9912F78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D263E-2089-A822-5BD1-4199F11D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196ED-2133-3B77-47C9-58DEFC96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787B-31CE-0684-712D-81944591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1E7E-F01B-B562-AF43-A92B77FC4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75691-558D-9D0B-A445-2A8B30A09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6F569-39F5-6E40-3C1C-4765FA79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2525-B0FC-8C51-F784-0625A678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302E6-FCDA-D564-46B4-0885F824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7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4CB9-6F2F-B7CE-A3F5-D058706A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F71AB-C030-F3E4-CF08-8F1A78F2C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CAE79-4B38-B5F3-7461-3AD6F2051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4868E-7276-E5D7-A6DA-1F3655EE5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9AC8A-8154-E4C3-ACDF-5D8C3A515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01E22-FBEB-6CEB-05D4-E205347C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71210-6D95-85DE-1402-9ECD8F60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FF9D7-60F8-C8EC-7AE4-A5391AA9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0B23-3968-4E66-6D0B-A9D75ADC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37A98-AC4F-2FD9-DA32-F6BAEC45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D6B21-CA18-4470-2A95-E8B2EC28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576E6-C937-2347-3F75-EB62A600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9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F445B-B7CE-E84A-0997-67AB2AEC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EDDB7-7118-B1BE-4093-C6F58FDD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DD988-58BF-6FE6-B32D-8F2A1863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2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47BE-F7B9-06CD-AFD3-B28BE791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5DCBD-7E9F-B463-F6DC-EFF02C62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F921D-04D8-EDFB-31B9-B4235E3CA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983F7-61F5-F65D-3D65-5A27DECB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E39A3-A6B7-94AC-B7A5-DAA4A89D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29F28-1E8F-1181-4F2E-C5270812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1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3E13-6A54-12C2-20EF-5C86F1E4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DF809-28D3-B6FC-07E3-80A3954FC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70C7C-3B31-9622-8E76-9DC383BD8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C913D-8187-37C1-1070-B230BDF3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ED740-5CB0-5459-A9B6-6B313167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C9A0C-2F21-9867-6AC5-4AF5BFF7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0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1C15-B434-C35F-71C9-56BBD601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9EEA9-8034-E173-4ADD-A844810CB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7E401-105E-8290-4E10-D4549E74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8CEE-FF01-5D78-09E5-289BB814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86FA-F52B-CEAF-1668-CE2F650C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7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079EF-750F-7B01-CAFA-AFE28A2A0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8A4EA-8921-EA45-7A23-C5B18985D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5EC44-2B13-0949-357F-0970C266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F06B0-60D8-7016-A998-95E9BD36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FE4D1-2EC2-E486-69BC-619D33B5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472AC-DF00-E74D-7F26-097EC023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D29E3-B16F-2922-3B14-87B12DFCF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E430E-2FC3-5842-D90E-4DDEE6D8A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3E7F4-186B-4FFD-8916-57025F98FC85}" type="datetimeFigureOut">
              <a:rPr lang="en-US" smtClean="0"/>
              <a:t>4/11/2024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80A60-0E87-0E91-A9A6-0DB8517E0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89C3B-4202-07FE-C3C8-F95EAD9B2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E56FB-4FB2-467F-BDF3-019692259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8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1D49-7D6E-D1CD-AEA5-4C0B4CA68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60" y="255250"/>
            <a:ext cx="8495070" cy="383848"/>
          </a:xfrm>
        </p:spPr>
        <p:txBody>
          <a:bodyPr>
            <a:normAutofit fontScale="90000"/>
          </a:bodyPr>
          <a:lstStyle/>
          <a:p>
            <a:r>
              <a:rPr lang="en-US" sz="3600"/>
              <a:t>Nupano</a:t>
            </a:r>
            <a:r>
              <a:rPr lang="en-US"/>
              <a:t> </a:t>
            </a:r>
            <a:r>
              <a:rPr lang="en-US" sz="3600"/>
              <a:t>Test Automation Ecosystem</a:t>
            </a:r>
            <a:endParaRPr lang="en-US" sz="3600" dirty="0"/>
          </a:p>
        </p:txBody>
      </p:sp>
      <p:pic>
        <p:nvPicPr>
          <p:cNvPr id="6" name="Picture 5" descr="A diagram of a company&#10;&#10;Description automatically generated">
            <a:extLst>
              <a:ext uri="{FF2B5EF4-FFF2-40B4-BE49-F238E27FC236}">
                <a16:creationId xmlns:a16="http://schemas.microsoft.com/office/drawing/2014/main" id="{919CE29D-829C-D8ED-4A9B-AA7A84B78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477" y="474344"/>
            <a:ext cx="5777283" cy="629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10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799A-2B10-1D74-817D-962F2953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2115"/>
          </a:xfrm>
        </p:spPr>
        <p:txBody>
          <a:bodyPr>
            <a:normAutofit fontScale="90000"/>
          </a:bodyPr>
          <a:lstStyle/>
          <a:p>
            <a:r>
              <a:rPr lang="en-US"/>
              <a:t>NUPANO Build Release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D560A-8589-57CC-DB31-19A1B17FD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964565"/>
            <a:ext cx="10515600" cy="4351338"/>
          </a:xfrm>
        </p:spPr>
        <p:txBody>
          <a:bodyPr/>
          <a:lstStyle/>
          <a:p>
            <a:r>
              <a:rPr lang="en-US" dirty="0"/>
              <a:t>Release shifted from MVP (Minimum Viable Product) based to Monthly release</a:t>
            </a:r>
          </a:p>
          <a:p>
            <a:r>
              <a:rPr lang="en-US" dirty="0"/>
              <a:t>Requirement Engineer initiates this phase</a:t>
            </a:r>
          </a:p>
          <a:p>
            <a:r>
              <a:rPr lang="en-US" dirty="0"/>
              <a:t>Requirements are finalized and tracked till the release</a:t>
            </a:r>
          </a:p>
          <a:p>
            <a:r>
              <a:rPr lang="en-US" dirty="0"/>
              <a:t>QA give their approvals based on the quality of the release build </a:t>
            </a:r>
          </a:p>
          <a:p>
            <a:r>
              <a:rPr lang="en-US" dirty="0"/>
              <a:t>Stakeholders are notified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7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49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Nupano Test Automation Ecosystem</vt:lpstr>
      <vt:lpstr>NUPANO Build Release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Nupano Release</dc:title>
  <dc:creator>CT, Bijimol - ENCOWAY</dc:creator>
  <cp:lastModifiedBy>Raina, Sandeep - ENCOWAY</cp:lastModifiedBy>
  <cp:revision>6</cp:revision>
  <dcterms:created xsi:type="dcterms:W3CDTF">2024-04-11T06:15:22Z</dcterms:created>
  <dcterms:modified xsi:type="dcterms:W3CDTF">2024-04-11T10:50:22Z</dcterms:modified>
</cp:coreProperties>
</file>