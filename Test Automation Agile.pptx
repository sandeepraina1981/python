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56" r:id="rId5"/>
    <p:sldId id="262" r:id="rId6"/>
    <p:sldId id="257" r:id="rId7"/>
    <p:sldId id="286" r:id="rId8"/>
    <p:sldId id="287" r:id="rId9"/>
    <p:sldId id="288" r:id="rId10"/>
    <p:sldId id="260" r:id="rId11"/>
    <p:sldId id="264" r:id="rId12"/>
    <p:sldId id="291" r:id="rId13"/>
    <p:sldId id="292" r:id="rId14"/>
    <p:sldId id="293" r:id="rId15"/>
    <p:sldId id="294" r:id="rId16"/>
    <p:sldId id="295" r:id="rId17"/>
    <p:sldId id="289" r:id="rId18"/>
    <p:sldId id="261" r:id="rId19"/>
    <p:sldId id="258" r:id="rId20"/>
    <p:sldId id="290" r:id="rId21"/>
    <p:sldId id="296" r:id="rId22"/>
    <p:sldId id="297" r:id="rId23"/>
    <p:sldId id="299" r:id="rId24"/>
    <p:sldId id="298" r:id="rId25"/>
    <p:sldId id="26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66" d="100"/>
          <a:sy n="66" d="100"/>
        </p:scale>
        <p:origin x="48" y="49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35ABF5-63CA-4D98-A376-F1444A7378A2}"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A819732A-3358-421F-9BAC-F0D9C9062475}">
      <dgm:prSet phldrT="[Text]" custT="1"/>
      <dgm:spPr/>
      <dgm:t>
        <a:bodyPr/>
        <a:lstStyle/>
        <a:p>
          <a:pPr algn="ctr"/>
          <a:r>
            <a:rPr lang="en-US" altLang="en-US" sz="1200" dirty="0">
              <a:solidFill>
                <a:schemeClr val="tx1"/>
              </a:solidFill>
              <a:latin typeface="+mn-lt"/>
            </a:rPr>
            <a:t>Time and Cost Saving</a:t>
          </a:r>
          <a:endParaRPr lang="en-US" sz="1200" dirty="0"/>
        </a:p>
      </dgm:t>
    </dgm:pt>
    <dgm:pt modelId="{53561BB9-F671-4A89-A295-B5FB28C5FD76}" type="parTrans" cxnId="{8B602EBD-D600-415C-85DE-A986A0BCF402}">
      <dgm:prSet/>
      <dgm:spPr/>
      <dgm:t>
        <a:bodyPr/>
        <a:lstStyle/>
        <a:p>
          <a:endParaRPr lang="en-US"/>
        </a:p>
      </dgm:t>
    </dgm:pt>
    <dgm:pt modelId="{A2738276-E610-436D-A077-BB98A5621FA2}" type="sibTrans" cxnId="{8B602EBD-D600-415C-85DE-A986A0BCF402}">
      <dgm:prSet/>
      <dgm:spPr/>
      <dgm:t>
        <a:bodyPr/>
        <a:lstStyle/>
        <a:p>
          <a:endParaRPr lang="en-US"/>
        </a:p>
      </dgm:t>
    </dgm:pt>
    <dgm:pt modelId="{B7E15136-0507-42E1-B099-AAFEF55539FC}">
      <dgm:prSet custT="1"/>
      <dgm:spPr/>
      <dgm:t>
        <a:bodyPr/>
        <a:lstStyle/>
        <a:p>
          <a:r>
            <a:rPr lang="en-US" altLang="en-US" sz="1200" dirty="0"/>
            <a:t>Increases Confidence</a:t>
          </a:r>
          <a:endParaRPr lang="en-US" sz="1200" dirty="0"/>
        </a:p>
      </dgm:t>
    </dgm:pt>
    <dgm:pt modelId="{A1164BAD-CE93-46CB-B52D-D649C72F7487}" type="parTrans" cxnId="{CEE23B79-E0F5-4622-A03E-DB8A396CB842}">
      <dgm:prSet/>
      <dgm:spPr/>
      <dgm:t>
        <a:bodyPr/>
        <a:lstStyle/>
        <a:p>
          <a:endParaRPr lang="en-US"/>
        </a:p>
      </dgm:t>
    </dgm:pt>
    <dgm:pt modelId="{36A0042C-CC94-48A5-B345-85E424F9B67B}" type="sibTrans" cxnId="{CEE23B79-E0F5-4622-A03E-DB8A396CB842}">
      <dgm:prSet/>
      <dgm:spPr/>
      <dgm:t>
        <a:bodyPr/>
        <a:lstStyle/>
        <a:p>
          <a:endParaRPr lang="en-US"/>
        </a:p>
      </dgm:t>
    </dgm:pt>
    <dgm:pt modelId="{16BB3E59-D728-4357-A8DD-B0385AAF2447}">
      <dgm:prSet custT="1"/>
      <dgm:spPr/>
      <dgm:t>
        <a:bodyPr/>
        <a:lstStyle/>
        <a:p>
          <a:r>
            <a:rPr lang="en-US" altLang="en-US" sz="1200" dirty="0"/>
            <a:t>Increases Reliability</a:t>
          </a:r>
          <a:endParaRPr lang="en-US" sz="1200" dirty="0"/>
        </a:p>
      </dgm:t>
    </dgm:pt>
    <dgm:pt modelId="{004A327C-C84B-4F34-BA10-49CFFD5E6E39}" type="parTrans" cxnId="{94774EEB-0427-4985-A710-D216868F8AA1}">
      <dgm:prSet/>
      <dgm:spPr/>
      <dgm:t>
        <a:bodyPr/>
        <a:lstStyle/>
        <a:p>
          <a:endParaRPr lang="en-US"/>
        </a:p>
      </dgm:t>
    </dgm:pt>
    <dgm:pt modelId="{9145CCB7-6A78-40C7-B158-55C9CD052A08}" type="sibTrans" cxnId="{94774EEB-0427-4985-A710-D216868F8AA1}">
      <dgm:prSet/>
      <dgm:spPr/>
      <dgm:t>
        <a:bodyPr/>
        <a:lstStyle/>
        <a:p>
          <a:endParaRPr lang="en-US"/>
        </a:p>
      </dgm:t>
    </dgm:pt>
    <dgm:pt modelId="{2211A2AC-B530-428F-8DC6-16776245903A}">
      <dgm:prSet custT="1"/>
      <dgm:spPr/>
      <dgm:t>
        <a:bodyPr/>
        <a:lstStyle/>
        <a:p>
          <a:r>
            <a:rPr lang="en-US" altLang="en-US" sz="1200" dirty="0"/>
            <a:t>Quick Development and Delivery</a:t>
          </a:r>
          <a:endParaRPr lang="en-US" sz="1200" dirty="0"/>
        </a:p>
      </dgm:t>
    </dgm:pt>
    <dgm:pt modelId="{68CC19AD-1C64-4E24-8AB3-C288B2C850FC}" type="parTrans" cxnId="{2FA417AE-6AC9-428C-9582-BD3730075A1D}">
      <dgm:prSet/>
      <dgm:spPr/>
      <dgm:t>
        <a:bodyPr/>
        <a:lstStyle/>
        <a:p>
          <a:endParaRPr lang="en-US"/>
        </a:p>
      </dgm:t>
    </dgm:pt>
    <dgm:pt modelId="{B11DAF23-4EDD-4B08-8FB6-7ADC621D4A20}" type="sibTrans" cxnId="{2FA417AE-6AC9-428C-9582-BD3730075A1D}">
      <dgm:prSet/>
      <dgm:spPr/>
      <dgm:t>
        <a:bodyPr/>
        <a:lstStyle/>
        <a:p>
          <a:endParaRPr lang="en-US"/>
        </a:p>
      </dgm:t>
    </dgm:pt>
    <dgm:pt modelId="{68FDEB7D-8869-4771-92E1-B55D6E5D0F99}">
      <dgm:prSet custT="1"/>
      <dgm:spPr/>
      <dgm:t>
        <a:bodyPr/>
        <a:lstStyle/>
        <a:p>
          <a:r>
            <a:rPr lang="en-US" altLang="en-US" sz="1200" dirty="0"/>
            <a:t>Detects Bugs Earlier</a:t>
          </a:r>
          <a:br>
            <a:rPr lang="en-US" altLang="en-US" sz="500" dirty="0"/>
          </a:br>
          <a:endParaRPr lang="en-US" sz="500" dirty="0"/>
        </a:p>
      </dgm:t>
    </dgm:pt>
    <dgm:pt modelId="{C933C324-0BB8-41BD-AF86-7D6604C8FE26}" type="parTrans" cxnId="{DBCD5ADD-A7D5-4F47-B368-A5A958BA1A85}">
      <dgm:prSet/>
      <dgm:spPr/>
      <dgm:t>
        <a:bodyPr/>
        <a:lstStyle/>
        <a:p>
          <a:endParaRPr lang="en-US"/>
        </a:p>
      </dgm:t>
    </dgm:pt>
    <dgm:pt modelId="{097243C0-B1E3-46C5-AF03-528BD6CC496C}" type="sibTrans" cxnId="{DBCD5ADD-A7D5-4F47-B368-A5A958BA1A85}">
      <dgm:prSet/>
      <dgm:spPr/>
      <dgm:t>
        <a:bodyPr/>
        <a:lstStyle/>
        <a:p>
          <a:endParaRPr lang="en-US"/>
        </a:p>
      </dgm:t>
    </dgm:pt>
    <dgm:pt modelId="{E7D81956-254A-45B7-90AD-91FD722D6E01}">
      <dgm:prSet custT="1"/>
      <dgm:spPr/>
      <dgm:t>
        <a:bodyPr/>
        <a:lstStyle/>
        <a:p>
          <a:r>
            <a:rPr lang="en-US" altLang="en-US" sz="1200" dirty="0"/>
            <a:t>Increases Productivity</a:t>
          </a:r>
          <a:endParaRPr lang="en-US" sz="1200" dirty="0"/>
        </a:p>
      </dgm:t>
    </dgm:pt>
    <dgm:pt modelId="{BB622A04-8F88-4827-9885-8B740EE645FD}" type="parTrans" cxnId="{6BF5FD90-EDE1-4761-AE89-55DBBB9FC269}">
      <dgm:prSet/>
      <dgm:spPr/>
      <dgm:t>
        <a:bodyPr/>
        <a:lstStyle/>
        <a:p>
          <a:endParaRPr lang="en-US"/>
        </a:p>
      </dgm:t>
    </dgm:pt>
    <dgm:pt modelId="{E0A0AC7D-93BE-46A0-909A-118144962521}" type="sibTrans" cxnId="{6BF5FD90-EDE1-4761-AE89-55DBBB9FC269}">
      <dgm:prSet/>
      <dgm:spPr/>
      <dgm:t>
        <a:bodyPr/>
        <a:lstStyle/>
        <a:p>
          <a:endParaRPr lang="en-US"/>
        </a:p>
      </dgm:t>
    </dgm:pt>
    <dgm:pt modelId="{B832FDC3-EE8E-4E4D-BB9C-874F77938322}">
      <dgm:prSet custT="1"/>
      <dgm:spPr/>
      <dgm:t>
        <a:bodyPr/>
        <a:lstStyle/>
        <a:p>
          <a:r>
            <a:rPr lang="en-US" altLang="en-US" sz="1200" dirty="0"/>
            <a:t>Immediate Feedback</a:t>
          </a:r>
          <a:endParaRPr lang="en-US" sz="1200" dirty="0"/>
        </a:p>
      </dgm:t>
    </dgm:pt>
    <dgm:pt modelId="{63B75F9B-D221-4D91-9511-DD7233CB8164}" type="parTrans" cxnId="{A40D5156-0156-4A13-BC42-789B9BC7148C}">
      <dgm:prSet/>
      <dgm:spPr/>
      <dgm:t>
        <a:bodyPr/>
        <a:lstStyle/>
        <a:p>
          <a:endParaRPr lang="en-US"/>
        </a:p>
      </dgm:t>
    </dgm:pt>
    <dgm:pt modelId="{73A04A13-0F98-4CB0-A678-23620E973069}" type="sibTrans" cxnId="{A40D5156-0156-4A13-BC42-789B9BC7148C}">
      <dgm:prSet/>
      <dgm:spPr/>
      <dgm:t>
        <a:bodyPr/>
        <a:lstStyle/>
        <a:p>
          <a:endParaRPr lang="en-US"/>
        </a:p>
      </dgm:t>
    </dgm:pt>
    <dgm:pt modelId="{A2EB9F01-D202-4BF5-8415-64D1B3C5F6C8}" type="pres">
      <dgm:prSet presAssocID="{C835ABF5-63CA-4D98-A376-F1444A7378A2}" presName="compositeShape" presStyleCnt="0">
        <dgm:presLayoutVars>
          <dgm:dir/>
          <dgm:resizeHandles/>
        </dgm:presLayoutVars>
      </dgm:prSet>
      <dgm:spPr/>
    </dgm:pt>
    <dgm:pt modelId="{E0BF1AAC-CB19-40E7-AAC5-1A3C4B3806B3}" type="pres">
      <dgm:prSet presAssocID="{C835ABF5-63CA-4D98-A376-F1444A7378A2}" presName="pyramid" presStyleLbl="node1" presStyleIdx="0" presStyleCnt="1" custLinFactNeighborX="852" custLinFactNeighborY="10551"/>
      <dgm:spPr/>
    </dgm:pt>
    <dgm:pt modelId="{3A046A30-7506-44BB-B6C5-3E21BA311245}" type="pres">
      <dgm:prSet presAssocID="{C835ABF5-63CA-4D98-A376-F1444A7378A2}" presName="theList" presStyleCnt="0"/>
      <dgm:spPr/>
    </dgm:pt>
    <dgm:pt modelId="{214998B0-3782-4DAE-8989-60A68D802510}" type="pres">
      <dgm:prSet presAssocID="{A819732A-3358-421F-9BAC-F0D9C9062475}" presName="aNode" presStyleLbl="fgAcc1" presStyleIdx="0" presStyleCnt="7" custScaleX="107269" custScaleY="87739">
        <dgm:presLayoutVars>
          <dgm:bulletEnabled val="1"/>
        </dgm:presLayoutVars>
      </dgm:prSet>
      <dgm:spPr/>
    </dgm:pt>
    <dgm:pt modelId="{764495E2-277F-4B0C-9833-3D4445835FFB}" type="pres">
      <dgm:prSet presAssocID="{A819732A-3358-421F-9BAC-F0D9C9062475}" presName="aSpace" presStyleCnt="0"/>
      <dgm:spPr/>
    </dgm:pt>
    <dgm:pt modelId="{941204B0-D7C6-4247-B16E-563A8E4A825B}" type="pres">
      <dgm:prSet presAssocID="{B832FDC3-EE8E-4E4D-BB9C-874F77938322}" presName="aNode" presStyleLbl="fgAcc1" presStyleIdx="1" presStyleCnt="7" custScaleX="107829">
        <dgm:presLayoutVars>
          <dgm:bulletEnabled val="1"/>
        </dgm:presLayoutVars>
      </dgm:prSet>
      <dgm:spPr/>
    </dgm:pt>
    <dgm:pt modelId="{48D76662-F53F-4A3B-961F-29E14F488D22}" type="pres">
      <dgm:prSet presAssocID="{B832FDC3-EE8E-4E4D-BB9C-874F77938322}" presName="aSpace" presStyleCnt="0"/>
      <dgm:spPr/>
    </dgm:pt>
    <dgm:pt modelId="{D41398C0-032D-4075-876A-160D6D08BD49}" type="pres">
      <dgm:prSet presAssocID="{E7D81956-254A-45B7-90AD-91FD722D6E01}" presName="aNode" presStyleLbl="fgAcc1" presStyleIdx="2" presStyleCnt="7" custScaleX="108949">
        <dgm:presLayoutVars>
          <dgm:bulletEnabled val="1"/>
        </dgm:presLayoutVars>
      </dgm:prSet>
      <dgm:spPr/>
    </dgm:pt>
    <dgm:pt modelId="{B3F524E6-BDB4-476F-8996-B1E3384A3AE5}" type="pres">
      <dgm:prSet presAssocID="{E7D81956-254A-45B7-90AD-91FD722D6E01}" presName="aSpace" presStyleCnt="0"/>
      <dgm:spPr/>
    </dgm:pt>
    <dgm:pt modelId="{B4BCBEB6-4BE4-4B29-85D0-4D447E72D45A}" type="pres">
      <dgm:prSet presAssocID="{2211A2AC-B530-428F-8DC6-16776245903A}" presName="aNode" presStyleLbl="fgAcc1" presStyleIdx="3" presStyleCnt="7" custScaleX="110069">
        <dgm:presLayoutVars>
          <dgm:bulletEnabled val="1"/>
        </dgm:presLayoutVars>
      </dgm:prSet>
      <dgm:spPr/>
    </dgm:pt>
    <dgm:pt modelId="{CD26D4D6-C503-4446-847C-906F5AD20251}" type="pres">
      <dgm:prSet presAssocID="{2211A2AC-B530-428F-8DC6-16776245903A}" presName="aSpace" presStyleCnt="0"/>
      <dgm:spPr/>
    </dgm:pt>
    <dgm:pt modelId="{04B40FC7-C108-442D-B4A8-4C5F9459E3BE}" type="pres">
      <dgm:prSet presAssocID="{68FDEB7D-8869-4771-92E1-B55D6E5D0F99}" presName="aNode" presStyleLbl="fgAcc1" presStyleIdx="4" presStyleCnt="7" custScaleX="111748">
        <dgm:presLayoutVars>
          <dgm:bulletEnabled val="1"/>
        </dgm:presLayoutVars>
      </dgm:prSet>
      <dgm:spPr/>
    </dgm:pt>
    <dgm:pt modelId="{F135422A-7164-43C9-9091-FA2086487066}" type="pres">
      <dgm:prSet presAssocID="{68FDEB7D-8869-4771-92E1-B55D6E5D0F99}" presName="aSpace" presStyleCnt="0"/>
      <dgm:spPr/>
    </dgm:pt>
    <dgm:pt modelId="{5835DA36-25D5-4CE2-9467-A0139A082169}" type="pres">
      <dgm:prSet presAssocID="{16BB3E59-D728-4357-A8DD-B0385AAF2447}" presName="aNode" presStyleLbl="fgAcc1" presStyleIdx="5" presStyleCnt="7" custScaleX="112311">
        <dgm:presLayoutVars>
          <dgm:bulletEnabled val="1"/>
        </dgm:presLayoutVars>
      </dgm:prSet>
      <dgm:spPr/>
    </dgm:pt>
    <dgm:pt modelId="{777DECB9-A4D8-430B-837A-44D5B0B6699B}" type="pres">
      <dgm:prSet presAssocID="{16BB3E59-D728-4357-A8DD-B0385AAF2447}" presName="aSpace" presStyleCnt="0"/>
      <dgm:spPr/>
    </dgm:pt>
    <dgm:pt modelId="{DF2A3FCC-7344-48A5-9BBE-7AF26726EE73}" type="pres">
      <dgm:prSet presAssocID="{B7E15136-0507-42E1-B099-AAFEF55539FC}" presName="aNode" presStyleLbl="fgAcc1" presStyleIdx="6" presStyleCnt="7" custScaleX="111188">
        <dgm:presLayoutVars>
          <dgm:bulletEnabled val="1"/>
        </dgm:presLayoutVars>
      </dgm:prSet>
      <dgm:spPr/>
    </dgm:pt>
    <dgm:pt modelId="{B938A47A-927F-443F-8053-67BF3AA5AF4B}" type="pres">
      <dgm:prSet presAssocID="{B7E15136-0507-42E1-B099-AAFEF55539FC}" presName="aSpace" presStyleCnt="0"/>
      <dgm:spPr/>
    </dgm:pt>
  </dgm:ptLst>
  <dgm:cxnLst>
    <dgm:cxn modelId="{77FBB815-DD7D-4548-B6FB-68923B6A79E0}" type="presOf" srcId="{A819732A-3358-421F-9BAC-F0D9C9062475}" destId="{214998B0-3782-4DAE-8989-60A68D802510}" srcOrd="0" destOrd="0" presId="urn:microsoft.com/office/officeart/2005/8/layout/pyramid2"/>
    <dgm:cxn modelId="{EA298D31-9209-4A0A-8323-1341B9E2E3A8}" type="presOf" srcId="{B7E15136-0507-42E1-B099-AAFEF55539FC}" destId="{DF2A3FCC-7344-48A5-9BBE-7AF26726EE73}" srcOrd="0" destOrd="0" presId="urn:microsoft.com/office/officeart/2005/8/layout/pyramid2"/>
    <dgm:cxn modelId="{A40D5156-0156-4A13-BC42-789B9BC7148C}" srcId="{C835ABF5-63CA-4D98-A376-F1444A7378A2}" destId="{B832FDC3-EE8E-4E4D-BB9C-874F77938322}" srcOrd="1" destOrd="0" parTransId="{63B75F9B-D221-4D91-9511-DD7233CB8164}" sibTransId="{73A04A13-0F98-4CB0-A678-23620E973069}"/>
    <dgm:cxn modelId="{CEE23B79-E0F5-4622-A03E-DB8A396CB842}" srcId="{C835ABF5-63CA-4D98-A376-F1444A7378A2}" destId="{B7E15136-0507-42E1-B099-AAFEF55539FC}" srcOrd="6" destOrd="0" parTransId="{A1164BAD-CE93-46CB-B52D-D649C72F7487}" sibTransId="{36A0042C-CC94-48A5-B345-85E424F9B67B}"/>
    <dgm:cxn modelId="{6BF5FD90-EDE1-4761-AE89-55DBBB9FC269}" srcId="{C835ABF5-63CA-4D98-A376-F1444A7378A2}" destId="{E7D81956-254A-45B7-90AD-91FD722D6E01}" srcOrd="2" destOrd="0" parTransId="{BB622A04-8F88-4827-9885-8B740EE645FD}" sibTransId="{E0A0AC7D-93BE-46A0-909A-118144962521}"/>
    <dgm:cxn modelId="{82233A95-39C2-43B1-B6F6-347525CC2190}" type="presOf" srcId="{68FDEB7D-8869-4771-92E1-B55D6E5D0F99}" destId="{04B40FC7-C108-442D-B4A8-4C5F9459E3BE}" srcOrd="0" destOrd="0" presId="urn:microsoft.com/office/officeart/2005/8/layout/pyramid2"/>
    <dgm:cxn modelId="{A4CA0CA5-8C53-435B-A840-669D9F906F9B}" type="presOf" srcId="{16BB3E59-D728-4357-A8DD-B0385AAF2447}" destId="{5835DA36-25D5-4CE2-9467-A0139A082169}" srcOrd="0" destOrd="0" presId="urn:microsoft.com/office/officeart/2005/8/layout/pyramid2"/>
    <dgm:cxn modelId="{1B7205AB-EA73-41DE-8819-80F310DD747D}" type="presOf" srcId="{C835ABF5-63CA-4D98-A376-F1444A7378A2}" destId="{A2EB9F01-D202-4BF5-8415-64D1B3C5F6C8}" srcOrd="0" destOrd="0" presId="urn:microsoft.com/office/officeart/2005/8/layout/pyramid2"/>
    <dgm:cxn modelId="{2FA417AE-6AC9-428C-9582-BD3730075A1D}" srcId="{C835ABF5-63CA-4D98-A376-F1444A7378A2}" destId="{2211A2AC-B530-428F-8DC6-16776245903A}" srcOrd="3" destOrd="0" parTransId="{68CC19AD-1C64-4E24-8AB3-C288B2C850FC}" sibTransId="{B11DAF23-4EDD-4B08-8FB6-7ADC621D4A20}"/>
    <dgm:cxn modelId="{8B602EBD-D600-415C-85DE-A986A0BCF402}" srcId="{C835ABF5-63CA-4D98-A376-F1444A7378A2}" destId="{A819732A-3358-421F-9BAC-F0D9C9062475}" srcOrd="0" destOrd="0" parTransId="{53561BB9-F671-4A89-A295-B5FB28C5FD76}" sibTransId="{A2738276-E610-436D-A077-BB98A5621FA2}"/>
    <dgm:cxn modelId="{D70BEAC8-19C0-4A04-A721-A71309737AB7}" type="presOf" srcId="{E7D81956-254A-45B7-90AD-91FD722D6E01}" destId="{D41398C0-032D-4075-876A-160D6D08BD49}" srcOrd="0" destOrd="0" presId="urn:microsoft.com/office/officeart/2005/8/layout/pyramid2"/>
    <dgm:cxn modelId="{DBCD5ADD-A7D5-4F47-B368-A5A958BA1A85}" srcId="{C835ABF5-63CA-4D98-A376-F1444A7378A2}" destId="{68FDEB7D-8869-4771-92E1-B55D6E5D0F99}" srcOrd="4" destOrd="0" parTransId="{C933C324-0BB8-41BD-AF86-7D6604C8FE26}" sibTransId="{097243C0-B1E3-46C5-AF03-528BD6CC496C}"/>
    <dgm:cxn modelId="{49548FE2-EB65-4F82-82F9-E39D66A91275}" type="presOf" srcId="{B832FDC3-EE8E-4E4D-BB9C-874F77938322}" destId="{941204B0-D7C6-4247-B16E-563A8E4A825B}" srcOrd="0" destOrd="0" presId="urn:microsoft.com/office/officeart/2005/8/layout/pyramid2"/>
    <dgm:cxn modelId="{94774EEB-0427-4985-A710-D216868F8AA1}" srcId="{C835ABF5-63CA-4D98-A376-F1444A7378A2}" destId="{16BB3E59-D728-4357-A8DD-B0385AAF2447}" srcOrd="5" destOrd="0" parTransId="{004A327C-C84B-4F34-BA10-49CFFD5E6E39}" sibTransId="{9145CCB7-6A78-40C7-B158-55C9CD052A08}"/>
    <dgm:cxn modelId="{A602D9FA-8D3C-496C-A6E8-F4B10F426890}" type="presOf" srcId="{2211A2AC-B530-428F-8DC6-16776245903A}" destId="{B4BCBEB6-4BE4-4B29-85D0-4D447E72D45A}" srcOrd="0" destOrd="0" presId="urn:microsoft.com/office/officeart/2005/8/layout/pyramid2"/>
    <dgm:cxn modelId="{5F66B2F7-8722-4144-9795-9F705F73C3A0}" type="presParOf" srcId="{A2EB9F01-D202-4BF5-8415-64D1B3C5F6C8}" destId="{E0BF1AAC-CB19-40E7-AAC5-1A3C4B3806B3}" srcOrd="0" destOrd="0" presId="urn:microsoft.com/office/officeart/2005/8/layout/pyramid2"/>
    <dgm:cxn modelId="{B09D0E30-2BB9-4343-A999-8FBF71E3FC99}" type="presParOf" srcId="{A2EB9F01-D202-4BF5-8415-64D1B3C5F6C8}" destId="{3A046A30-7506-44BB-B6C5-3E21BA311245}" srcOrd="1" destOrd="0" presId="urn:microsoft.com/office/officeart/2005/8/layout/pyramid2"/>
    <dgm:cxn modelId="{0A9DE479-5365-4CE8-9343-D68B8030A563}" type="presParOf" srcId="{3A046A30-7506-44BB-B6C5-3E21BA311245}" destId="{214998B0-3782-4DAE-8989-60A68D802510}" srcOrd="0" destOrd="0" presId="urn:microsoft.com/office/officeart/2005/8/layout/pyramid2"/>
    <dgm:cxn modelId="{D2931094-71D6-4026-A763-D167404B756A}" type="presParOf" srcId="{3A046A30-7506-44BB-B6C5-3E21BA311245}" destId="{764495E2-277F-4B0C-9833-3D4445835FFB}" srcOrd="1" destOrd="0" presId="urn:microsoft.com/office/officeart/2005/8/layout/pyramid2"/>
    <dgm:cxn modelId="{2FCCA95D-811C-4AE4-AFCA-4C2E06374689}" type="presParOf" srcId="{3A046A30-7506-44BB-B6C5-3E21BA311245}" destId="{941204B0-D7C6-4247-B16E-563A8E4A825B}" srcOrd="2" destOrd="0" presId="urn:microsoft.com/office/officeart/2005/8/layout/pyramid2"/>
    <dgm:cxn modelId="{AC3077DB-824C-43E7-9D9D-5DC0F9EFBA84}" type="presParOf" srcId="{3A046A30-7506-44BB-B6C5-3E21BA311245}" destId="{48D76662-F53F-4A3B-961F-29E14F488D22}" srcOrd="3" destOrd="0" presId="urn:microsoft.com/office/officeart/2005/8/layout/pyramid2"/>
    <dgm:cxn modelId="{9CC64546-978C-46A8-9CC4-C0D26BACB382}" type="presParOf" srcId="{3A046A30-7506-44BB-B6C5-3E21BA311245}" destId="{D41398C0-032D-4075-876A-160D6D08BD49}" srcOrd="4" destOrd="0" presId="urn:microsoft.com/office/officeart/2005/8/layout/pyramid2"/>
    <dgm:cxn modelId="{84AAD722-91E3-4E5C-90A5-FFC897BA656B}" type="presParOf" srcId="{3A046A30-7506-44BB-B6C5-3E21BA311245}" destId="{B3F524E6-BDB4-476F-8996-B1E3384A3AE5}" srcOrd="5" destOrd="0" presId="urn:microsoft.com/office/officeart/2005/8/layout/pyramid2"/>
    <dgm:cxn modelId="{CFAE9F50-9045-4C59-A606-64176EA48E68}" type="presParOf" srcId="{3A046A30-7506-44BB-B6C5-3E21BA311245}" destId="{B4BCBEB6-4BE4-4B29-85D0-4D447E72D45A}" srcOrd="6" destOrd="0" presId="urn:microsoft.com/office/officeart/2005/8/layout/pyramid2"/>
    <dgm:cxn modelId="{3CD6FC8F-1163-4D74-BA57-F875987DEA91}" type="presParOf" srcId="{3A046A30-7506-44BB-B6C5-3E21BA311245}" destId="{CD26D4D6-C503-4446-847C-906F5AD20251}" srcOrd="7" destOrd="0" presId="urn:microsoft.com/office/officeart/2005/8/layout/pyramid2"/>
    <dgm:cxn modelId="{EF4CD8EE-CF27-45CF-818A-416788BE3357}" type="presParOf" srcId="{3A046A30-7506-44BB-B6C5-3E21BA311245}" destId="{04B40FC7-C108-442D-B4A8-4C5F9459E3BE}" srcOrd="8" destOrd="0" presId="urn:microsoft.com/office/officeart/2005/8/layout/pyramid2"/>
    <dgm:cxn modelId="{2F78175F-170D-4BA6-A566-B9F32E86DDB0}" type="presParOf" srcId="{3A046A30-7506-44BB-B6C5-3E21BA311245}" destId="{F135422A-7164-43C9-9091-FA2086487066}" srcOrd="9" destOrd="0" presId="urn:microsoft.com/office/officeart/2005/8/layout/pyramid2"/>
    <dgm:cxn modelId="{A18D33EC-0AEE-4C53-98BC-6ED77073CE76}" type="presParOf" srcId="{3A046A30-7506-44BB-B6C5-3E21BA311245}" destId="{5835DA36-25D5-4CE2-9467-A0139A082169}" srcOrd="10" destOrd="0" presId="urn:microsoft.com/office/officeart/2005/8/layout/pyramid2"/>
    <dgm:cxn modelId="{6EA505D4-D4F5-4291-B030-D9D35ECD4DD1}" type="presParOf" srcId="{3A046A30-7506-44BB-B6C5-3E21BA311245}" destId="{777DECB9-A4D8-430B-837A-44D5B0B6699B}" srcOrd="11" destOrd="0" presId="urn:microsoft.com/office/officeart/2005/8/layout/pyramid2"/>
    <dgm:cxn modelId="{0DD5CE79-9089-4C75-9A89-8BB6CCB0C35E}" type="presParOf" srcId="{3A046A30-7506-44BB-B6C5-3E21BA311245}" destId="{DF2A3FCC-7344-48A5-9BBE-7AF26726EE73}" srcOrd="12" destOrd="0" presId="urn:microsoft.com/office/officeart/2005/8/layout/pyramid2"/>
    <dgm:cxn modelId="{ED9D7D64-DDD6-43FD-A2B5-D356E6C812C6}" type="presParOf" srcId="{3A046A30-7506-44BB-B6C5-3E21BA311245}" destId="{B938A47A-927F-443F-8053-67BF3AA5AF4B}" srcOrd="13"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35ABF5-63CA-4D98-A376-F1444A7378A2}" type="doc">
      <dgm:prSet loTypeId="urn:microsoft.com/office/officeart/2005/8/layout/pyramid2" loCatId="pyramid" qsTypeId="urn:microsoft.com/office/officeart/2005/8/quickstyle/simple1" qsCatId="simple" csTypeId="urn:microsoft.com/office/officeart/2005/8/colors/accent1_2" csCatId="accent1" phldr="1"/>
      <dgm:spPr/>
      <dgm:t>
        <a:bodyPr/>
        <a:lstStyle/>
        <a:p>
          <a:endParaRPr lang="en-US"/>
        </a:p>
      </dgm:t>
    </dgm:pt>
    <dgm:pt modelId="{A819732A-3358-421F-9BAC-F0D9C9062475}">
      <dgm:prSet phldrT="[Text]" custT="1"/>
      <dgm:spPr/>
      <dgm:t>
        <a:bodyPr/>
        <a:lstStyle/>
        <a:p>
          <a:pPr algn="ctr"/>
          <a:r>
            <a:rPr lang="en-US" altLang="en-US" sz="1200">
              <a:solidFill>
                <a:schemeClr val="tx1"/>
              </a:solidFill>
              <a:latin typeface="+mn-lt"/>
            </a:rPr>
            <a:t>Structured combination of </a:t>
          </a:r>
        </a:p>
        <a:p>
          <a:pPr algn="just"/>
          <a:r>
            <a:rPr lang="en-US" altLang="en-US" sz="1200"/>
            <a:t>- Various Assumptions for Testing</a:t>
          </a:r>
        </a:p>
        <a:p>
          <a:pPr algn="just"/>
          <a:r>
            <a:rPr lang="en-US" altLang="en-US" sz="1200"/>
            <a:t>- Testing Concepts</a:t>
          </a:r>
        </a:p>
        <a:p>
          <a:pPr algn="just"/>
          <a:r>
            <a:rPr lang="en-US" altLang="en-US" sz="1200"/>
            <a:t>- Testing Practices</a:t>
          </a:r>
          <a:endParaRPr lang="en-US" sz="1200" dirty="0"/>
        </a:p>
      </dgm:t>
    </dgm:pt>
    <dgm:pt modelId="{53561BB9-F671-4A89-A295-B5FB28C5FD76}" type="parTrans" cxnId="{8B602EBD-D600-415C-85DE-A986A0BCF402}">
      <dgm:prSet/>
      <dgm:spPr/>
      <dgm:t>
        <a:bodyPr/>
        <a:lstStyle/>
        <a:p>
          <a:endParaRPr lang="en-US"/>
        </a:p>
      </dgm:t>
    </dgm:pt>
    <dgm:pt modelId="{A2738276-E610-436D-A077-BB98A5621FA2}" type="sibTrans" cxnId="{8B602EBD-D600-415C-85DE-A986A0BCF402}">
      <dgm:prSet/>
      <dgm:spPr/>
      <dgm:t>
        <a:bodyPr/>
        <a:lstStyle/>
        <a:p>
          <a:endParaRPr lang="en-US"/>
        </a:p>
      </dgm:t>
    </dgm:pt>
    <dgm:pt modelId="{B7E15136-0507-42E1-B099-AAFEF55539FC}">
      <dgm:prSet custT="1"/>
      <dgm:spPr/>
      <dgm:t>
        <a:bodyPr/>
        <a:lstStyle/>
        <a:p>
          <a:r>
            <a:rPr lang="en-US" altLang="en-US" sz="1200"/>
            <a:t>Maximizes Reusability </a:t>
          </a:r>
          <a:endParaRPr lang="en-US" sz="1200" dirty="0"/>
        </a:p>
      </dgm:t>
    </dgm:pt>
    <dgm:pt modelId="{A1164BAD-CE93-46CB-B52D-D649C72F7487}" type="parTrans" cxnId="{CEE23B79-E0F5-4622-A03E-DB8A396CB842}">
      <dgm:prSet/>
      <dgm:spPr/>
      <dgm:t>
        <a:bodyPr/>
        <a:lstStyle/>
        <a:p>
          <a:endParaRPr lang="en-US"/>
        </a:p>
      </dgm:t>
    </dgm:pt>
    <dgm:pt modelId="{36A0042C-CC94-48A5-B345-85E424F9B67B}" type="sibTrans" cxnId="{CEE23B79-E0F5-4622-A03E-DB8A396CB842}">
      <dgm:prSet/>
      <dgm:spPr/>
      <dgm:t>
        <a:bodyPr/>
        <a:lstStyle/>
        <a:p>
          <a:endParaRPr lang="en-US"/>
        </a:p>
      </dgm:t>
    </dgm:pt>
    <dgm:pt modelId="{16BB3E59-D728-4357-A8DD-B0385AAF2447}">
      <dgm:prSet custT="1"/>
      <dgm:spPr/>
      <dgm:t>
        <a:bodyPr/>
        <a:lstStyle/>
        <a:p>
          <a:r>
            <a:rPr lang="en-US" altLang="en-US" sz="1200"/>
            <a:t>Reduces Exposure of Non-Technical Testers to Code</a:t>
          </a:r>
          <a:endParaRPr lang="en-US" sz="1200" dirty="0"/>
        </a:p>
      </dgm:t>
    </dgm:pt>
    <dgm:pt modelId="{004A327C-C84B-4F34-BA10-49CFFD5E6E39}" type="parTrans" cxnId="{94774EEB-0427-4985-A710-D216868F8AA1}">
      <dgm:prSet/>
      <dgm:spPr/>
      <dgm:t>
        <a:bodyPr/>
        <a:lstStyle/>
        <a:p>
          <a:endParaRPr lang="en-US"/>
        </a:p>
      </dgm:t>
    </dgm:pt>
    <dgm:pt modelId="{9145CCB7-6A78-40C7-B158-55C9CD052A08}" type="sibTrans" cxnId="{94774EEB-0427-4985-A710-D216868F8AA1}">
      <dgm:prSet/>
      <dgm:spPr/>
      <dgm:t>
        <a:bodyPr/>
        <a:lstStyle/>
        <a:p>
          <a:endParaRPr lang="en-US"/>
        </a:p>
      </dgm:t>
    </dgm:pt>
    <dgm:pt modelId="{2211A2AC-B530-428F-8DC6-16776245903A}">
      <dgm:prSet custT="1"/>
      <dgm:spPr/>
      <dgm:t>
        <a:bodyPr/>
        <a:lstStyle/>
        <a:p>
          <a:r>
            <a:rPr lang="en-US" altLang="en-US" sz="1200"/>
            <a:t>Enables Test Automation using Data </a:t>
          </a:r>
          <a:endParaRPr lang="en-US" sz="1200" dirty="0"/>
        </a:p>
      </dgm:t>
    </dgm:pt>
    <dgm:pt modelId="{68CC19AD-1C64-4E24-8AB3-C288B2C850FC}" type="parTrans" cxnId="{2FA417AE-6AC9-428C-9582-BD3730075A1D}">
      <dgm:prSet/>
      <dgm:spPr/>
      <dgm:t>
        <a:bodyPr/>
        <a:lstStyle/>
        <a:p>
          <a:endParaRPr lang="en-US"/>
        </a:p>
      </dgm:t>
    </dgm:pt>
    <dgm:pt modelId="{B11DAF23-4EDD-4B08-8FB6-7ADC621D4A20}" type="sibTrans" cxnId="{2FA417AE-6AC9-428C-9582-BD3730075A1D}">
      <dgm:prSet/>
      <dgm:spPr/>
      <dgm:t>
        <a:bodyPr/>
        <a:lstStyle/>
        <a:p>
          <a:endParaRPr lang="en-US"/>
        </a:p>
      </dgm:t>
    </dgm:pt>
    <dgm:pt modelId="{68FDEB7D-8869-4771-92E1-B55D6E5D0F99}">
      <dgm:prSet custT="1"/>
      <dgm:spPr/>
      <dgm:t>
        <a:bodyPr/>
        <a:lstStyle/>
        <a:p>
          <a:r>
            <a:rPr lang="en-US" altLang="en-US" sz="1200"/>
            <a:t>Provides an Outline of overall Test Structure</a:t>
          </a:r>
          <a:br>
            <a:rPr lang="en-US" altLang="en-US" sz="500"/>
          </a:br>
          <a:endParaRPr lang="en-US" sz="500" dirty="0"/>
        </a:p>
      </dgm:t>
    </dgm:pt>
    <dgm:pt modelId="{C933C324-0BB8-41BD-AF86-7D6604C8FE26}" type="parTrans" cxnId="{DBCD5ADD-A7D5-4F47-B368-A5A958BA1A85}">
      <dgm:prSet/>
      <dgm:spPr/>
      <dgm:t>
        <a:bodyPr/>
        <a:lstStyle/>
        <a:p>
          <a:endParaRPr lang="en-US"/>
        </a:p>
      </dgm:t>
    </dgm:pt>
    <dgm:pt modelId="{097243C0-B1E3-46C5-AF03-528BD6CC496C}" type="sibTrans" cxnId="{DBCD5ADD-A7D5-4F47-B368-A5A958BA1A85}">
      <dgm:prSet/>
      <dgm:spPr/>
      <dgm:t>
        <a:bodyPr/>
        <a:lstStyle/>
        <a:p>
          <a:endParaRPr lang="en-US"/>
        </a:p>
      </dgm:t>
    </dgm:pt>
    <dgm:pt modelId="{E7D81956-254A-45B7-90AD-91FD722D6E01}">
      <dgm:prSet custT="1"/>
      <dgm:spPr/>
      <dgm:t>
        <a:bodyPr/>
        <a:lstStyle/>
        <a:p>
          <a:r>
            <a:rPr lang="en-US" altLang="en-US" sz="1200"/>
            <a:t>Ensures Consistency of Testing</a:t>
          </a:r>
          <a:endParaRPr lang="en-US" sz="1200" dirty="0"/>
        </a:p>
      </dgm:t>
    </dgm:pt>
    <dgm:pt modelId="{BB622A04-8F88-4827-9885-8B740EE645FD}" type="parTrans" cxnId="{6BF5FD90-EDE1-4761-AE89-55DBBB9FC269}">
      <dgm:prSet/>
      <dgm:spPr/>
      <dgm:t>
        <a:bodyPr/>
        <a:lstStyle/>
        <a:p>
          <a:endParaRPr lang="en-US"/>
        </a:p>
      </dgm:t>
    </dgm:pt>
    <dgm:pt modelId="{E0A0AC7D-93BE-46A0-909A-118144962521}" type="sibTrans" cxnId="{6BF5FD90-EDE1-4761-AE89-55DBBB9FC269}">
      <dgm:prSet/>
      <dgm:spPr/>
      <dgm:t>
        <a:bodyPr/>
        <a:lstStyle/>
        <a:p>
          <a:endParaRPr lang="en-US"/>
        </a:p>
      </dgm:t>
    </dgm:pt>
    <dgm:pt modelId="{B832FDC3-EE8E-4E4D-BB9C-874F77938322}">
      <dgm:prSet custT="1"/>
      <dgm:spPr/>
      <dgm:t>
        <a:bodyPr/>
        <a:lstStyle/>
        <a:p>
          <a:r>
            <a:rPr lang="en-US" altLang="en-US" sz="1200"/>
            <a:t>Less Maintenance</a:t>
          </a:r>
          <a:r>
            <a:rPr lang="en-US" altLang="en-US" sz="1200">
              <a:solidFill>
                <a:srgbClr val="FFFF99"/>
              </a:solidFill>
            </a:rPr>
            <a:t> </a:t>
          </a:r>
          <a:endParaRPr lang="en-US" sz="1200" dirty="0"/>
        </a:p>
      </dgm:t>
    </dgm:pt>
    <dgm:pt modelId="{63B75F9B-D221-4D91-9511-DD7233CB8164}" type="parTrans" cxnId="{A40D5156-0156-4A13-BC42-789B9BC7148C}">
      <dgm:prSet/>
      <dgm:spPr/>
      <dgm:t>
        <a:bodyPr/>
        <a:lstStyle/>
        <a:p>
          <a:endParaRPr lang="en-US"/>
        </a:p>
      </dgm:t>
    </dgm:pt>
    <dgm:pt modelId="{73A04A13-0F98-4CB0-A678-23620E973069}" type="sibTrans" cxnId="{A40D5156-0156-4A13-BC42-789B9BC7148C}">
      <dgm:prSet/>
      <dgm:spPr/>
      <dgm:t>
        <a:bodyPr/>
        <a:lstStyle/>
        <a:p>
          <a:endParaRPr lang="en-US"/>
        </a:p>
      </dgm:t>
    </dgm:pt>
    <dgm:pt modelId="{A2EB9F01-D202-4BF5-8415-64D1B3C5F6C8}" type="pres">
      <dgm:prSet presAssocID="{C835ABF5-63CA-4D98-A376-F1444A7378A2}" presName="compositeShape" presStyleCnt="0">
        <dgm:presLayoutVars>
          <dgm:dir/>
          <dgm:resizeHandles/>
        </dgm:presLayoutVars>
      </dgm:prSet>
      <dgm:spPr/>
    </dgm:pt>
    <dgm:pt modelId="{E0BF1AAC-CB19-40E7-AAC5-1A3C4B3806B3}" type="pres">
      <dgm:prSet presAssocID="{C835ABF5-63CA-4D98-A376-F1444A7378A2}" presName="pyramid" presStyleLbl="node1" presStyleIdx="0" presStyleCnt="1" custLinFactNeighborX="852" custLinFactNeighborY="10551"/>
      <dgm:spPr/>
    </dgm:pt>
    <dgm:pt modelId="{3A046A30-7506-44BB-B6C5-3E21BA311245}" type="pres">
      <dgm:prSet presAssocID="{C835ABF5-63CA-4D98-A376-F1444A7378A2}" presName="theList" presStyleCnt="0"/>
      <dgm:spPr/>
    </dgm:pt>
    <dgm:pt modelId="{214998B0-3782-4DAE-8989-60A68D802510}" type="pres">
      <dgm:prSet presAssocID="{A819732A-3358-421F-9BAC-F0D9C9062475}" presName="aNode" presStyleLbl="fgAcc1" presStyleIdx="0" presStyleCnt="7" custScaleX="107269" custScaleY="236256">
        <dgm:presLayoutVars>
          <dgm:bulletEnabled val="1"/>
        </dgm:presLayoutVars>
      </dgm:prSet>
      <dgm:spPr/>
    </dgm:pt>
    <dgm:pt modelId="{764495E2-277F-4B0C-9833-3D4445835FFB}" type="pres">
      <dgm:prSet presAssocID="{A819732A-3358-421F-9BAC-F0D9C9062475}" presName="aSpace" presStyleCnt="0"/>
      <dgm:spPr/>
    </dgm:pt>
    <dgm:pt modelId="{941204B0-D7C6-4247-B16E-563A8E4A825B}" type="pres">
      <dgm:prSet presAssocID="{B832FDC3-EE8E-4E4D-BB9C-874F77938322}" presName="aNode" presStyleLbl="fgAcc1" presStyleIdx="1" presStyleCnt="7" custScaleX="107829">
        <dgm:presLayoutVars>
          <dgm:bulletEnabled val="1"/>
        </dgm:presLayoutVars>
      </dgm:prSet>
      <dgm:spPr/>
    </dgm:pt>
    <dgm:pt modelId="{48D76662-F53F-4A3B-961F-29E14F488D22}" type="pres">
      <dgm:prSet presAssocID="{B832FDC3-EE8E-4E4D-BB9C-874F77938322}" presName="aSpace" presStyleCnt="0"/>
      <dgm:spPr/>
    </dgm:pt>
    <dgm:pt modelId="{D41398C0-032D-4075-876A-160D6D08BD49}" type="pres">
      <dgm:prSet presAssocID="{E7D81956-254A-45B7-90AD-91FD722D6E01}" presName="aNode" presStyleLbl="fgAcc1" presStyleIdx="2" presStyleCnt="7" custScaleX="108949">
        <dgm:presLayoutVars>
          <dgm:bulletEnabled val="1"/>
        </dgm:presLayoutVars>
      </dgm:prSet>
      <dgm:spPr/>
    </dgm:pt>
    <dgm:pt modelId="{B3F524E6-BDB4-476F-8996-B1E3384A3AE5}" type="pres">
      <dgm:prSet presAssocID="{E7D81956-254A-45B7-90AD-91FD722D6E01}" presName="aSpace" presStyleCnt="0"/>
      <dgm:spPr/>
    </dgm:pt>
    <dgm:pt modelId="{B4BCBEB6-4BE4-4B29-85D0-4D447E72D45A}" type="pres">
      <dgm:prSet presAssocID="{2211A2AC-B530-428F-8DC6-16776245903A}" presName="aNode" presStyleLbl="fgAcc1" presStyleIdx="3" presStyleCnt="7" custScaleX="110069">
        <dgm:presLayoutVars>
          <dgm:bulletEnabled val="1"/>
        </dgm:presLayoutVars>
      </dgm:prSet>
      <dgm:spPr/>
    </dgm:pt>
    <dgm:pt modelId="{CD26D4D6-C503-4446-847C-906F5AD20251}" type="pres">
      <dgm:prSet presAssocID="{2211A2AC-B530-428F-8DC6-16776245903A}" presName="aSpace" presStyleCnt="0"/>
      <dgm:spPr/>
    </dgm:pt>
    <dgm:pt modelId="{04B40FC7-C108-442D-B4A8-4C5F9459E3BE}" type="pres">
      <dgm:prSet presAssocID="{68FDEB7D-8869-4771-92E1-B55D6E5D0F99}" presName="aNode" presStyleLbl="fgAcc1" presStyleIdx="4" presStyleCnt="7" custScaleX="111748">
        <dgm:presLayoutVars>
          <dgm:bulletEnabled val="1"/>
        </dgm:presLayoutVars>
      </dgm:prSet>
      <dgm:spPr/>
    </dgm:pt>
    <dgm:pt modelId="{F135422A-7164-43C9-9091-FA2086487066}" type="pres">
      <dgm:prSet presAssocID="{68FDEB7D-8869-4771-92E1-B55D6E5D0F99}" presName="aSpace" presStyleCnt="0"/>
      <dgm:spPr/>
    </dgm:pt>
    <dgm:pt modelId="{5835DA36-25D5-4CE2-9467-A0139A082169}" type="pres">
      <dgm:prSet presAssocID="{16BB3E59-D728-4357-A8DD-B0385AAF2447}" presName="aNode" presStyleLbl="fgAcc1" presStyleIdx="5" presStyleCnt="7" custScaleX="112311">
        <dgm:presLayoutVars>
          <dgm:bulletEnabled val="1"/>
        </dgm:presLayoutVars>
      </dgm:prSet>
      <dgm:spPr/>
    </dgm:pt>
    <dgm:pt modelId="{777DECB9-A4D8-430B-837A-44D5B0B6699B}" type="pres">
      <dgm:prSet presAssocID="{16BB3E59-D728-4357-A8DD-B0385AAF2447}" presName="aSpace" presStyleCnt="0"/>
      <dgm:spPr/>
    </dgm:pt>
    <dgm:pt modelId="{DF2A3FCC-7344-48A5-9BBE-7AF26726EE73}" type="pres">
      <dgm:prSet presAssocID="{B7E15136-0507-42E1-B099-AAFEF55539FC}" presName="aNode" presStyleLbl="fgAcc1" presStyleIdx="6" presStyleCnt="7" custScaleX="111188">
        <dgm:presLayoutVars>
          <dgm:bulletEnabled val="1"/>
        </dgm:presLayoutVars>
      </dgm:prSet>
      <dgm:spPr/>
    </dgm:pt>
    <dgm:pt modelId="{B938A47A-927F-443F-8053-67BF3AA5AF4B}" type="pres">
      <dgm:prSet presAssocID="{B7E15136-0507-42E1-B099-AAFEF55539FC}" presName="aSpace" presStyleCnt="0"/>
      <dgm:spPr/>
    </dgm:pt>
  </dgm:ptLst>
  <dgm:cxnLst>
    <dgm:cxn modelId="{E390FB06-24F8-4FDD-A528-858AAE347B36}" type="presOf" srcId="{E7D81956-254A-45B7-90AD-91FD722D6E01}" destId="{D41398C0-032D-4075-876A-160D6D08BD49}" srcOrd="0" destOrd="0" presId="urn:microsoft.com/office/officeart/2005/8/layout/pyramid2"/>
    <dgm:cxn modelId="{4939302F-447D-4B34-8951-1D5FDC615824}" type="presOf" srcId="{A819732A-3358-421F-9BAC-F0D9C9062475}" destId="{214998B0-3782-4DAE-8989-60A68D802510}" srcOrd="0" destOrd="0" presId="urn:microsoft.com/office/officeart/2005/8/layout/pyramid2"/>
    <dgm:cxn modelId="{A40D5156-0156-4A13-BC42-789B9BC7148C}" srcId="{C835ABF5-63CA-4D98-A376-F1444A7378A2}" destId="{B832FDC3-EE8E-4E4D-BB9C-874F77938322}" srcOrd="1" destOrd="0" parTransId="{63B75F9B-D221-4D91-9511-DD7233CB8164}" sibTransId="{73A04A13-0F98-4CB0-A678-23620E973069}"/>
    <dgm:cxn modelId="{CEE23B79-E0F5-4622-A03E-DB8A396CB842}" srcId="{C835ABF5-63CA-4D98-A376-F1444A7378A2}" destId="{B7E15136-0507-42E1-B099-AAFEF55539FC}" srcOrd="6" destOrd="0" parTransId="{A1164BAD-CE93-46CB-B52D-D649C72F7487}" sibTransId="{36A0042C-CC94-48A5-B345-85E424F9B67B}"/>
    <dgm:cxn modelId="{B2B9A579-C75C-4966-A2F4-6D44A8B2BC6D}" type="presOf" srcId="{16BB3E59-D728-4357-A8DD-B0385AAF2447}" destId="{5835DA36-25D5-4CE2-9467-A0139A082169}" srcOrd="0" destOrd="0" presId="urn:microsoft.com/office/officeart/2005/8/layout/pyramid2"/>
    <dgm:cxn modelId="{54A8D286-C8C2-47CC-ABA6-9988D44E3017}" type="presOf" srcId="{C835ABF5-63CA-4D98-A376-F1444A7378A2}" destId="{A2EB9F01-D202-4BF5-8415-64D1B3C5F6C8}" srcOrd="0" destOrd="0" presId="urn:microsoft.com/office/officeart/2005/8/layout/pyramid2"/>
    <dgm:cxn modelId="{5CC8A087-DB14-41B2-A20B-1635B7AABEBB}" type="presOf" srcId="{2211A2AC-B530-428F-8DC6-16776245903A}" destId="{B4BCBEB6-4BE4-4B29-85D0-4D447E72D45A}" srcOrd="0" destOrd="0" presId="urn:microsoft.com/office/officeart/2005/8/layout/pyramid2"/>
    <dgm:cxn modelId="{6BF5FD90-EDE1-4761-AE89-55DBBB9FC269}" srcId="{C835ABF5-63CA-4D98-A376-F1444A7378A2}" destId="{E7D81956-254A-45B7-90AD-91FD722D6E01}" srcOrd="2" destOrd="0" parTransId="{BB622A04-8F88-4827-9885-8B740EE645FD}" sibTransId="{E0A0AC7D-93BE-46A0-909A-118144962521}"/>
    <dgm:cxn modelId="{FAB59691-3E1A-4FD4-A328-A200F8FE5647}" type="presOf" srcId="{68FDEB7D-8869-4771-92E1-B55D6E5D0F99}" destId="{04B40FC7-C108-442D-B4A8-4C5F9459E3BE}" srcOrd="0" destOrd="0" presId="urn:microsoft.com/office/officeart/2005/8/layout/pyramid2"/>
    <dgm:cxn modelId="{D61373A6-7104-409F-9B0A-167B3CDBD678}" type="presOf" srcId="{B7E15136-0507-42E1-B099-AAFEF55539FC}" destId="{DF2A3FCC-7344-48A5-9BBE-7AF26726EE73}" srcOrd="0" destOrd="0" presId="urn:microsoft.com/office/officeart/2005/8/layout/pyramid2"/>
    <dgm:cxn modelId="{2FA417AE-6AC9-428C-9582-BD3730075A1D}" srcId="{C835ABF5-63CA-4D98-A376-F1444A7378A2}" destId="{2211A2AC-B530-428F-8DC6-16776245903A}" srcOrd="3" destOrd="0" parTransId="{68CC19AD-1C64-4E24-8AB3-C288B2C850FC}" sibTransId="{B11DAF23-4EDD-4B08-8FB6-7ADC621D4A20}"/>
    <dgm:cxn modelId="{8B602EBD-D600-415C-85DE-A986A0BCF402}" srcId="{C835ABF5-63CA-4D98-A376-F1444A7378A2}" destId="{A819732A-3358-421F-9BAC-F0D9C9062475}" srcOrd="0" destOrd="0" parTransId="{53561BB9-F671-4A89-A295-B5FB28C5FD76}" sibTransId="{A2738276-E610-436D-A077-BB98A5621FA2}"/>
    <dgm:cxn modelId="{7F2178BF-666C-47B5-88D2-EF3C2633E688}" type="presOf" srcId="{B832FDC3-EE8E-4E4D-BB9C-874F77938322}" destId="{941204B0-D7C6-4247-B16E-563A8E4A825B}" srcOrd="0" destOrd="0" presId="urn:microsoft.com/office/officeart/2005/8/layout/pyramid2"/>
    <dgm:cxn modelId="{DBCD5ADD-A7D5-4F47-B368-A5A958BA1A85}" srcId="{C835ABF5-63CA-4D98-A376-F1444A7378A2}" destId="{68FDEB7D-8869-4771-92E1-B55D6E5D0F99}" srcOrd="4" destOrd="0" parTransId="{C933C324-0BB8-41BD-AF86-7D6604C8FE26}" sibTransId="{097243C0-B1E3-46C5-AF03-528BD6CC496C}"/>
    <dgm:cxn modelId="{94774EEB-0427-4985-A710-D216868F8AA1}" srcId="{C835ABF5-63CA-4D98-A376-F1444A7378A2}" destId="{16BB3E59-D728-4357-A8DD-B0385AAF2447}" srcOrd="5" destOrd="0" parTransId="{004A327C-C84B-4F34-BA10-49CFFD5E6E39}" sibTransId="{9145CCB7-6A78-40C7-B158-55C9CD052A08}"/>
    <dgm:cxn modelId="{14D91BEE-8551-41B0-AE9B-BA15B43AD6AC}" type="presParOf" srcId="{A2EB9F01-D202-4BF5-8415-64D1B3C5F6C8}" destId="{E0BF1AAC-CB19-40E7-AAC5-1A3C4B3806B3}" srcOrd="0" destOrd="0" presId="urn:microsoft.com/office/officeart/2005/8/layout/pyramid2"/>
    <dgm:cxn modelId="{11416277-6A40-4A05-8F65-791047810136}" type="presParOf" srcId="{A2EB9F01-D202-4BF5-8415-64D1B3C5F6C8}" destId="{3A046A30-7506-44BB-B6C5-3E21BA311245}" srcOrd="1" destOrd="0" presId="urn:microsoft.com/office/officeart/2005/8/layout/pyramid2"/>
    <dgm:cxn modelId="{6907D92C-1DA5-4F09-B3C1-B601C7997E04}" type="presParOf" srcId="{3A046A30-7506-44BB-B6C5-3E21BA311245}" destId="{214998B0-3782-4DAE-8989-60A68D802510}" srcOrd="0" destOrd="0" presId="urn:microsoft.com/office/officeart/2005/8/layout/pyramid2"/>
    <dgm:cxn modelId="{3D577E66-6D99-41B6-B2A8-44621089954A}" type="presParOf" srcId="{3A046A30-7506-44BB-B6C5-3E21BA311245}" destId="{764495E2-277F-4B0C-9833-3D4445835FFB}" srcOrd="1" destOrd="0" presId="urn:microsoft.com/office/officeart/2005/8/layout/pyramid2"/>
    <dgm:cxn modelId="{1BCE7749-FEF8-4693-B2A7-4E1FBFB3123D}" type="presParOf" srcId="{3A046A30-7506-44BB-B6C5-3E21BA311245}" destId="{941204B0-D7C6-4247-B16E-563A8E4A825B}" srcOrd="2" destOrd="0" presId="urn:microsoft.com/office/officeart/2005/8/layout/pyramid2"/>
    <dgm:cxn modelId="{D4C48FF0-7595-428C-86D5-6F3C0E405B2B}" type="presParOf" srcId="{3A046A30-7506-44BB-B6C5-3E21BA311245}" destId="{48D76662-F53F-4A3B-961F-29E14F488D22}" srcOrd="3" destOrd="0" presId="urn:microsoft.com/office/officeart/2005/8/layout/pyramid2"/>
    <dgm:cxn modelId="{062F9AC8-8862-4251-855A-18AFEE32F021}" type="presParOf" srcId="{3A046A30-7506-44BB-B6C5-3E21BA311245}" destId="{D41398C0-032D-4075-876A-160D6D08BD49}" srcOrd="4" destOrd="0" presId="urn:microsoft.com/office/officeart/2005/8/layout/pyramid2"/>
    <dgm:cxn modelId="{152F4BAC-3945-47D2-91BB-AE3C952497C7}" type="presParOf" srcId="{3A046A30-7506-44BB-B6C5-3E21BA311245}" destId="{B3F524E6-BDB4-476F-8996-B1E3384A3AE5}" srcOrd="5" destOrd="0" presId="urn:microsoft.com/office/officeart/2005/8/layout/pyramid2"/>
    <dgm:cxn modelId="{D609F21C-77D5-4BA6-B25D-B1463E12151E}" type="presParOf" srcId="{3A046A30-7506-44BB-B6C5-3E21BA311245}" destId="{B4BCBEB6-4BE4-4B29-85D0-4D447E72D45A}" srcOrd="6" destOrd="0" presId="urn:microsoft.com/office/officeart/2005/8/layout/pyramid2"/>
    <dgm:cxn modelId="{35340372-D18A-41C0-9040-0EC285F9C722}" type="presParOf" srcId="{3A046A30-7506-44BB-B6C5-3E21BA311245}" destId="{CD26D4D6-C503-4446-847C-906F5AD20251}" srcOrd="7" destOrd="0" presId="urn:microsoft.com/office/officeart/2005/8/layout/pyramid2"/>
    <dgm:cxn modelId="{965C4713-8515-4709-9323-574E02D557FA}" type="presParOf" srcId="{3A046A30-7506-44BB-B6C5-3E21BA311245}" destId="{04B40FC7-C108-442D-B4A8-4C5F9459E3BE}" srcOrd="8" destOrd="0" presId="urn:microsoft.com/office/officeart/2005/8/layout/pyramid2"/>
    <dgm:cxn modelId="{97896470-2286-48CF-8B74-E85E962F2052}" type="presParOf" srcId="{3A046A30-7506-44BB-B6C5-3E21BA311245}" destId="{F135422A-7164-43C9-9091-FA2086487066}" srcOrd="9" destOrd="0" presId="urn:microsoft.com/office/officeart/2005/8/layout/pyramid2"/>
    <dgm:cxn modelId="{625F9FD2-0045-47BD-B453-5ECB93B1A126}" type="presParOf" srcId="{3A046A30-7506-44BB-B6C5-3E21BA311245}" destId="{5835DA36-25D5-4CE2-9467-A0139A082169}" srcOrd="10" destOrd="0" presId="urn:microsoft.com/office/officeart/2005/8/layout/pyramid2"/>
    <dgm:cxn modelId="{2A9606F2-3D60-40D5-A98E-4E6BBC4DCC3A}" type="presParOf" srcId="{3A046A30-7506-44BB-B6C5-3E21BA311245}" destId="{777DECB9-A4D8-430B-837A-44D5B0B6699B}" srcOrd="11" destOrd="0" presId="urn:microsoft.com/office/officeart/2005/8/layout/pyramid2"/>
    <dgm:cxn modelId="{AE07F74C-21D2-497D-AF63-44C0970F6568}" type="presParOf" srcId="{3A046A30-7506-44BB-B6C5-3E21BA311245}" destId="{DF2A3FCC-7344-48A5-9BBE-7AF26726EE73}" srcOrd="12" destOrd="0" presId="urn:microsoft.com/office/officeart/2005/8/layout/pyramid2"/>
    <dgm:cxn modelId="{04450B62-614B-48BD-A616-4D204006DD53}" type="presParOf" srcId="{3A046A30-7506-44BB-B6C5-3E21BA311245}" destId="{B938A47A-927F-443F-8053-67BF3AA5AF4B}" srcOrd="13"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931AB6-5E18-49BF-83A6-3729DC205615}" type="doc">
      <dgm:prSet loTypeId="urn:microsoft.com/office/officeart/2005/8/layout/cycle4" loCatId="matrix" qsTypeId="urn:microsoft.com/office/officeart/2005/8/quickstyle/simple1" qsCatId="simple" csTypeId="urn:microsoft.com/office/officeart/2005/8/colors/accent1_2" csCatId="accent1" phldr="1"/>
      <dgm:spPr/>
      <dgm:t>
        <a:bodyPr/>
        <a:lstStyle/>
        <a:p>
          <a:endParaRPr lang="en-US"/>
        </a:p>
      </dgm:t>
    </dgm:pt>
    <dgm:pt modelId="{BA951BC5-B432-490A-9F1A-47C0C888860E}">
      <dgm:prSet phldrT="[Text]"/>
      <dgm:spPr/>
      <dgm:t>
        <a:bodyPr/>
        <a:lstStyle/>
        <a:p>
          <a:r>
            <a:rPr lang="en-US" altLang="en-US" dirty="0">
              <a:latin typeface="Arial"/>
            </a:rPr>
            <a:t>Data Driven</a:t>
          </a:r>
          <a:endParaRPr lang="en-US" dirty="0"/>
        </a:p>
      </dgm:t>
    </dgm:pt>
    <dgm:pt modelId="{FFF73C27-F92E-4F0D-945E-D8FD3978EB8D}" type="parTrans" cxnId="{93EED8A8-EE88-4B5A-A996-4ABF5E880AE8}">
      <dgm:prSet/>
      <dgm:spPr/>
      <dgm:t>
        <a:bodyPr/>
        <a:lstStyle/>
        <a:p>
          <a:endParaRPr lang="en-US"/>
        </a:p>
      </dgm:t>
    </dgm:pt>
    <dgm:pt modelId="{CC80C62C-3F94-413E-BB43-59279DF306C0}" type="sibTrans" cxnId="{93EED8A8-EE88-4B5A-A996-4ABF5E880AE8}">
      <dgm:prSet/>
      <dgm:spPr/>
      <dgm:t>
        <a:bodyPr/>
        <a:lstStyle/>
        <a:p>
          <a:endParaRPr lang="en-US"/>
        </a:p>
      </dgm:t>
    </dgm:pt>
    <dgm:pt modelId="{F637EC7E-C0DA-4345-8FBB-D1CE64E863CA}">
      <dgm:prSet phldrT="[Text]" custT="1"/>
      <dgm:spPr/>
      <dgm:t>
        <a:bodyPr/>
        <a:lstStyle/>
        <a:p>
          <a:r>
            <a:rPr lang="en-US" sz="1100" dirty="0"/>
            <a:t>Focused on separating the test scripts logic and the test data from each other </a:t>
          </a:r>
        </a:p>
      </dgm:t>
    </dgm:pt>
    <dgm:pt modelId="{090CAB75-BF11-4D01-AA27-BBC9A0A49129}" type="parTrans" cxnId="{334BEAC0-8605-47A5-B195-9779009553E1}">
      <dgm:prSet/>
      <dgm:spPr/>
      <dgm:t>
        <a:bodyPr/>
        <a:lstStyle/>
        <a:p>
          <a:endParaRPr lang="en-US"/>
        </a:p>
      </dgm:t>
    </dgm:pt>
    <dgm:pt modelId="{72425A18-FA1A-43EF-A65D-2C320B5E47C7}" type="sibTrans" cxnId="{334BEAC0-8605-47A5-B195-9779009553E1}">
      <dgm:prSet/>
      <dgm:spPr/>
      <dgm:t>
        <a:bodyPr/>
        <a:lstStyle/>
        <a:p>
          <a:endParaRPr lang="en-US"/>
        </a:p>
      </dgm:t>
    </dgm:pt>
    <dgm:pt modelId="{03D2F2D9-E0EE-44C1-A584-6FEDE128D8A1}">
      <dgm:prSet phldrT="[Text]"/>
      <dgm:spPr/>
      <dgm:t>
        <a:bodyPr/>
        <a:lstStyle/>
        <a:p>
          <a:r>
            <a:rPr lang="en-US" altLang="en-US" dirty="0">
              <a:latin typeface="Arial"/>
            </a:rPr>
            <a:t>Keyword Driven</a:t>
          </a:r>
          <a:endParaRPr lang="en-US" dirty="0"/>
        </a:p>
      </dgm:t>
    </dgm:pt>
    <dgm:pt modelId="{8802F66F-B4E1-4735-A331-A88497AC0775}" type="parTrans" cxnId="{D0583A12-4825-4F5E-86BC-D94DD9014750}">
      <dgm:prSet/>
      <dgm:spPr/>
      <dgm:t>
        <a:bodyPr/>
        <a:lstStyle/>
        <a:p>
          <a:endParaRPr lang="en-US"/>
        </a:p>
      </dgm:t>
    </dgm:pt>
    <dgm:pt modelId="{E7A647F9-E953-4BEA-A121-979744439415}" type="sibTrans" cxnId="{D0583A12-4825-4F5E-86BC-D94DD9014750}">
      <dgm:prSet/>
      <dgm:spPr/>
      <dgm:t>
        <a:bodyPr/>
        <a:lstStyle/>
        <a:p>
          <a:endParaRPr lang="en-US"/>
        </a:p>
      </dgm:t>
    </dgm:pt>
    <dgm:pt modelId="{005BDE31-D7DB-4F49-9282-DCCFC367D518}">
      <dgm:prSet phldrT="[Text]" custT="1"/>
      <dgm:spPr/>
      <dgm:t>
        <a:bodyPr/>
        <a:lstStyle/>
        <a:p>
          <a:r>
            <a:rPr lang="en-US" sz="1100" i="0" dirty="0"/>
            <a:t>Known as table-driven testing or action word based testing</a:t>
          </a:r>
        </a:p>
      </dgm:t>
    </dgm:pt>
    <dgm:pt modelId="{3FDBD6A9-918D-494A-AEA7-184DB8BFE7B4}" type="parTrans" cxnId="{4A5A611D-78FF-4C6F-ACEE-60A3DC41FFBF}">
      <dgm:prSet/>
      <dgm:spPr/>
      <dgm:t>
        <a:bodyPr/>
        <a:lstStyle/>
        <a:p>
          <a:endParaRPr lang="en-US"/>
        </a:p>
      </dgm:t>
    </dgm:pt>
    <dgm:pt modelId="{841B00C1-FB23-4862-82C3-4105B5EBB3D9}" type="sibTrans" cxnId="{4A5A611D-78FF-4C6F-ACEE-60A3DC41FFBF}">
      <dgm:prSet/>
      <dgm:spPr/>
      <dgm:t>
        <a:bodyPr/>
        <a:lstStyle/>
        <a:p>
          <a:endParaRPr lang="en-US"/>
        </a:p>
      </dgm:t>
    </dgm:pt>
    <dgm:pt modelId="{37C0C517-B43C-4CC6-8F60-EF50BF370335}">
      <dgm:prSet phldrT="[Text]"/>
      <dgm:spPr/>
      <dgm:t>
        <a:bodyPr/>
        <a:lstStyle/>
        <a:p>
          <a:r>
            <a:rPr lang="en-US" dirty="0"/>
            <a:t>Modular</a:t>
          </a:r>
        </a:p>
      </dgm:t>
    </dgm:pt>
    <dgm:pt modelId="{399FCBBF-8E91-4D0D-9539-D2B141C533A7}" type="parTrans" cxnId="{97BEE1B3-E012-49DA-B29D-6F954B3E1C77}">
      <dgm:prSet/>
      <dgm:spPr/>
      <dgm:t>
        <a:bodyPr/>
        <a:lstStyle/>
        <a:p>
          <a:endParaRPr lang="en-US"/>
        </a:p>
      </dgm:t>
    </dgm:pt>
    <dgm:pt modelId="{28F0FA30-9A97-4F28-968A-8939CA3E2A00}" type="sibTrans" cxnId="{97BEE1B3-E012-49DA-B29D-6F954B3E1C77}">
      <dgm:prSet/>
      <dgm:spPr/>
      <dgm:t>
        <a:bodyPr/>
        <a:lstStyle/>
        <a:p>
          <a:endParaRPr lang="en-US"/>
        </a:p>
      </dgm:t>
    </dgm:pt>
    <dgm:pt modelId="{0A7E1C54-B30C-4D45-AE99-D1A51DC91AE4}">
      <dgm:prSet phldrT="[Text]" custT="1"/>
      <dgm:spPr/>
      <dgm:t>
        <a:bodyPr/>
        <a:lstStyle/>
        <a:p>
          <a:r>
            <a:rPr lang="en-US" sz="1100" dirty="0"/>
            <a:t>Create test scripts on module wise by breaking down the complete application under test into smaller, independent tests</a:t>
          </a:r>
        </a:p>
      </dgm:t>
    </dgm:pt>
    <dgm:pt modelId="{C6B493C9-E7CA-4649-BE19-28C48329537E}" type="parTrans" cxnId="{67029F70-6BCD-4386-A66B-10E82A4BBF2F}">
      <dgm:prSet/>
      <dgm:spPr/>
      <dgm:t>
        <a:bodyPr/>
        <a:lstStyle/>
        <a:p>
          <a:endParaRPr lang="en-US"/>
        </a:p>
      </dgm:t>
    </dgm:pt>
    <dgm:pt modelId="{B2C0A9B3-5E6D-492F-96A0-AFC870FF94F0}" type="sibTrans" cxnId="{67029F70-6BCD-4386-A66B-10E82A4BBF2F}">
      <dgm:prSet/>
      <dgm:spPr/>
      <dgm:t>
        <a:bodyPr/>
        <a:lstStyle/>
        <a:p>
          <a:endParaRPr lang="en-US"/>
        </a:p>
      </dgm:t>
    </dgm:pt>
    <dgm:pt modelId="{B8F329B3-277F-4E57-A16F-9BCAFDC383F4}">
      <dgm:prSet phldrT="[Text]"/>
      <dgm:spPr/>
      <dgm:t>
        <a:bodyPr/>
        <a:lstStyle/>
        <a:p>
          <a:r>
            <a:rPr lang="en-US" dirty="0"/>
            <a:t>Behavior Driven Development</a:t>
          </a:r>
        </a:p>
      </dgm:t>
    </dgm:pt>
    <dgm:pt modelId="{B42F7FBA-1AAD-4253-89EF-26A25CE3B601}" type="parTrans" cxnId="{C65AD949-EBB3-4C13-B4A6-03891A2C768D}">
      <dgm:prSet/>
      <dgm:spPr/>
      <dgm:t>
        <a:bodyPr/>
        <a:lstStyle/>
        <a:p>
          <a:endParaRPr lang="en-US"/>
        </a:p>
      </dgm:t>
    </dgm:pt>
    <dgm:pt modelId="{F8B3B18F-8481-4552-992C-70319DBACB3C}" type="sibTrans" cxnId="{C65AD949-EBB3-4C13-B4A6-03891A2C768D}">
      <dgm:prSet/>
      <dgm:spPr/>
      <dgm:t>
        <a:bodyPr/>
        <a:lstStyle/>
        <a:p>
          <a:endParaRPr lang="en-US"/>
        </a:p>
      </dgm:t>
    </dgm:pt>
    <dgm:pt modelId="{A59057DA-9FDF-40AD-B830-0197B52A5E28}">
      <dgm:prSet phldrT="[Text]" custT="1"/>
      <dgm:spPr/>
      <dgm:t>
        <a:bodyPr/>
        <a:lstStyle/>
        <a:p>
          <a:r>
            <a:rPr lang="en-US" sz="1100" dirty="0"/>
            <a:t>Create a platform which allows everyone (such as Business Analysts, Developers, Testers </a:t>
          </a:r>
          <a:r>
            <a:rPr lang="en-US" sz="1100" dirty="0" err="1"/>
            <a:t>etc</a:t>
          </a:r>
          <a:r>
            <a:rPr lang="en-US" sz="1100" dirty="0"/>
            <a:t>,) to participate actively. </a:t>
          </a:r>
        </a:p>
      </dgm:t>
    </dgm:pt>
    <dgm:pt modelId="{885D71C6-04D8-4DAE-AB03-18CE3529B184}" type="parTrans" cxnId="{899423CC-2C93-4D50-B95C-6A2A7D43CF33}">
      <dgm:prSet/>
      <dgm:spPr/>
      <dgm:t>
        <a:bodyPr/>
        <a:lstStyle/>
        <a:p>
          <a:endParaRPr lang="en-US"/>
        </a:p>
      </dgm:t>
    </dgm:pt>
    <dgm:pt modelId="{37F5CF78-FA79-428E-904A-FB611E5505F4}" type="sibTrans" cxnId="{899423CC-2C93-4D50-B95C-6A2A7D43CF33}">
      <dgm:prSet/>
      <dgm:spPr/>
      <dgm:t>
        <a:bodyPr/>
        <a:lstStyle/>
        <a:p>
          <a:endParaRPr lang="en-US"/>
        </a:p>
      </dgm:t>
    </dgm:pt>
    <dgm:pt modelId="{C0E192A7-8DFB-48B4-9DB4-9FCD742920D7}">
      <dgm:prSet phldrT="[Text]" custT="1"/>
      <dgm:spPr/>
      <dgm:t>
        <a:bodyPr/>
        <a:lstStyle/>
        <a:p>
          <a:r>
            <a:rPr lang="en-US" sz="1100" dirty="0"/>
            <a:t>Requires increased collaboration between Development and Test Teams.</a:t>
          </a:r>
        </a:p>
      </dgm:t>
    </dgm:pt>
    <dgm:pt modelId="{DFEEBA19-5C97-4286-8E21-B3F993D5815C}" type="parTrans" cxnId="{57EA7C42-E76A-420E-A1A0-4DB3E6C85F44}">
      <dgm:prSet/>
      <dgm:spPr/>
      <dgm:t>
        <a:bodyPr/>
        <a:lstStyle/>
        <a:p>
          <a:endParaRPr lang="en-US"/>
        </a:p>
      </dgm:t>
    </dgm:pt>
    <dgm:pt modelId="{DD3650B9-C94B-4806-9CB3-A4E8AD3682D8}" type="sibTrans" cxnId="{57EA7C42-E76A-420E-A1A0-4DB3E6C85F44}">
      <dgm:prSet/>
      <dgm:spPr/>
      <dgm:t>
        <a:bodyPr/>
        <a:lstStyle/>
        <a:p>
          <a:endParaRPr lang="en-US"/>
        </a:p>
      </dgm:t>
    </dgm:pt>
    <dgm:pt modelId="{7A416D20-F53D-46A2-A99C-CEAE2A302FDE}">
      <dgm:prSet phldrT="[Text]" custT="1"/>
      <dgm:spPr/>
      <dgm:t>
        <a:bodyPr/>
        <a:lstStyle/>
        <a:p>
          <a:endParaRPr lang="en-US" sz="1100" dirty="0"/>
        </a:p>
      </dgm:t>
    </dgm:pt>
    <dgm:pt modelId="{C78439DA-1D0A-4265-B255-D7ECF44C87EF}" type="parTrans" cxnId="{81D4B8CD-AE1C-4F03-BD9E-9F8AFCDDC24C}">
      <dgm:prSet/>
      <dgm:spPr/>
      <dgm:t>
        <a:bodyPr/>
        <a:lstStyle/>
        <a:p>
          <a:endParaRPr lang="en-US"/>
        </a:p>
      </dgm:t>
    </dgm:pt>
    <dgm:pt modelId="{72E2B20D-D894-4CCB-A8A9-EA8EC47C8C58}" type="sibTrans" cxnId="{81D4B8CD-AE1C-4F03-BD9E-9F8AFCDDC24C}">
      <dgm:prSet/>
      <dgm:spPr/>
      <dgm:t>
        <a:bodyPr/>
        <a:lstStyle/>
        <a:p>
          <a:endParaRPr lang="en-US"/>
        </a:p>
      </dgm:t>
    </dgm:pt>
    <dgm:pt modelId="{A5A764AD-F0AF-4D79-9096-401DDDFB5F45}" type="pres">
      <dgm:prSet presAssocID="{2E931AB6-5E18-49BF-83A6-3729DC205615}" presName="cycleMatrixDiagram" presStyleCnt="0">
        <dgm:presLayoutVars>
          <dgm:chMax val="1"/>
          <dgm:dir/>
          <dgm:animLvl val="lvl"/>
          <dgm:resizeHandles val="exact"/>
        </dgm:presLayoutVars>
      </dgm:prSet>
      <dgm:spPr/>
    </dgm:pt>
    <dgm:pt modelId="{C0BE2193-B4CC-475D-8707-50351A882C91}" type="pres">
      <dgm:prSet presAssocID="{2E931AB6-5E18-49BF-83A6-3729DC205615}" presName="children" presStyleCnt="0"/>
      <dgm:spPr/>
    </dgm:pt>
    <dgm:pt modelId="{B5DF7470-C0A9-4C9B-8EA7-6A16F86835C9}" type="pres">
      <dgm:prSet presAssocID="{2E931AB6-5E18-49BF-83A6-3729DC205615}" presName="child1group" presStyleCnt="0"/>
      <dgm:spPr/>
    </dgm:pt>
    <dgm:pt modelId="{D5F48F2A-AA20-4642-A496-B61FF336A035}" type="pres">
      <dgm:prSet presAssocID="{2E931AB6-5E18-49BF-83A6-3729DC205615}" presName="child1" presStyleLbl="bgAcc1" presStyleIdx="0" presStyleCnt="4" custLinFactNeighborX="-17769" custLinFactNeighborY="16185"/>
      <dgm:spPr/>
    </dgm:pt>
    <dgm:pt modelId="{77EBDBCD-F9AA-4100-87F8-2EE3933A31A8}" type="pres">
      <dgm:prSet presAssocID="{2E931AB6-5E18-49BF-83A6-3729DC205615}" presName="child1Text" presStyleLbl="bgAcc1" presStyleIdx="0" presStyleCnt="4">
        <dgm:presLayoutVars>
          <dgm:bulletEnabled val="1"/>
        </dgm:presLayoutVars>
      </dgm:prSet>
      <dgm:spPr/>
    </dgm:pt>
    <dgm:pt modelId="{50EC7EE4-972F-400B-B23A-467013422E6D}" type="pres">
      <dgm:prSet presAssocID="{2E931AB6-5E18-49BF-83A6-3729DC205615}" presName="child2group" presStyleCnt="0"/>
      <dgm:spPr/>
    </dgm:pt>
    <dgm:pt modelId="{D7B6FBF8-3F24-4084-8D05-B1CCE7B903FC}" type="pres">
      <dgm:prSet presAssocID="{2E931AB6-5E18-49BF-83A6-3729DC205615}" presName="child2" presStyleLbl="bgAcc1" presStyleIdx="1" presStyleCnt="4" custLinFactNeighborX="5353" custLinFactNeighborY="26105"/>
      <dgm:spPr/>
    </dgm:pt>
    <dgm:pt modelId="{B06B8F00-1EEE-4949-BF00-6256A21E7912}" type="pres">
      <dgm:prSet presAssocID="{2E931AB6-5E18-49BF-83A6-3729DC205615}" presName="child2Text" presStyleLbl="bgAcc1" presStyleIdx="1" presStyleCnt="4">
        <dgm:presLayoutVars>
          <dgm:bulletEnabled val="1"/>
        </dgm:presLayoutVars>
      </dgm:prSet>
      <dgm:spPr/>
    </dgm:pt>
    <dgm:pt modelId="{7C6E9AA1-45FC-4B76-9DC4-F48A4D22BD65}" type="pres">
      <dgm:prSet presAssocID="{2E931AB6-5E18-49BF-83A6-3729DC205615}" presName="child3group" presStyleCnt="0"/>
      <dgm:spPr/>
    </dgm:pt>
    <dgm:pt modelId="{1654BCF0-86BB-4557-AB35-9C381E723457}" type="pres">
      <dgm:prSet presAssocID="{2E931AB6-5E18-49BF-83A6-3729DC205615}" presName="child3" presStyleLbl="bgAcc1" presStyleIdx="2" presStyleCnt="4" custScaleX="100420" custScaleY="92440" custLinFactNeighborX="20336" custLinFactNeighborY="-14283"/>
      <dgm:spPr/>
    </dgm:pt>
    <dgm:pt modelId="{5B687D82-D8A4-440B-9526-FD3477BCD2AD}" type="pres">
      <dgm:prSet presAssocID="{2E931AB6-5E18-49BF-83A6-3729DC205615}" presName="child3Text" presStyleLbl="bgAcc1" presStyleIdx="2" presStyleCnt="4">
        <dgm:presLayoutVars>
          <dgm:bulletEnabled val="1"/>
        </dgm:presLayoutVars>
      </dgm:prSet>
      <dgm:spPr/>
    </dgm:pt>
    <dgm:pt modelId="{AEF6FB4B-62FB-46E0-9DE3-D06F364BB2C8}" type="pres">
      <dgm:prSet presAssocID="{2E931AB6-5E18-49BF-83A6-3729DC205615}" presName="child4group" presStyleCnt="0"/>
      <dgm:spPr/>
    </dgm:pt>
    <dgm:pt modelId="{7A83ED5C-77C3-4C24-8CB0-1B0EFB1A1499}" type="pres">
      <dgm:prSet presAssocID="{2E931AB6-5E18-49BF-83A6-3729DC205615}" presName="child4" presStyleLbl="bgAcc1" presStyleIdx="3" presStyleCnt="4" custScaleY="129567" custLinFactNeighborX="-28663" custLinFactNeighborY="-23079"/>
      <dgm:spPr/>
    </dgm:pt>
    <dgm:pt modelId="{FC1998E5-D6B3-481C-897F-224598213A76}" type="pres">
      <dgm:prSet presAssocID="{2E931AB6-5E18-49BF-83A6-3729DC205615}" presName="child4Text" presStyleLbl="bgAcc1" presStyleIdx="3" presStyleCnt="4">
        <dgm:presLayoutVars>
          <dgm:bulletEnabled val="1"/>
        </dgm:presLayoutVars>
      </dgm:prSet>
      <dgm:spPr/>
    </dgm:pt>
    <dgm:pt modelId="{656B979D-8849-4A0C-B246-D4E40C099EFE}" type="pres">
      <dgm:prSet presAssocID="{2E931AB6-5E18-49BF-83A6-3729DC205615}" presName="childPlaceholder" presStyleCnt="0"/>
      <dgm:spPr/>
    </dgm:pt>
    <dgm:pt modelId="{94303D81-D6E8-4A1E-81CF-6163330665B5}" type="pres">
      <dgm:prSet presAssocID="{2E931AB6-5E18-49BF-83A6-3729DC205615}" presName="circle" presStyleCnt="0"/>
      <dgm:spPr/>
    </dgm:pt>
    <dgm:pt modelId="{6586398B-28D1-44DE-B165-8E2048A22E9B}" type="pres">
      <dgm:prSet presAssocID="{2E931AB6-5E18-49BF-83A6-3729DC205615}" presName="quadrant1" presStyleLbl="node1" presStyleIdx="0" presStyleCnt="4">
        <dgm:presLayoutVars>
          <dgm:chMax val="1"/>
          <dgm:bulletEnabled val="1"/>
        </dgm:presLayoutVars>
      </dgm:prSet>
      <dgm:spPr/>
    </dgm:pt>
    <dgm:pt modelId="{DD1D4323-F4C2-4E9A-B2D7-00BA712AB470}" type="pres">
      <dgm:prSet presAssocID="{2E931AB6-5E18-49BF-83A6-3729DC205615}" presName="quadrant2" presStyleLbl="node1" presStyleIdx="1" presStyleCnt="4">
        <dgm:presLayoutVars>
          <dgm:chMax val="1"/>
          <dgm:bulletEnabled val="1"/>
        </dgm:presLayoutVars>
      </dgm:prSet>
      <dgm:spPr/>
    </dgm:pt>
    <dgm:pt modelId="{1F6E66AA-60A7-43F9-925C-BA4C46DA1D2A}" type="pres">
      <dgm:prSet presAssocID="{2E931AB6-5E18-49BF-83A6-3729DC205615}" presName="quadrant3" presStyleLbl="node1" presStyleIdx="2" presStyleCnt="4">
        <dgm:presLayoutVars>
          <dgm:chMax val="1"/>
          <dgm:bulletEnabled val="1"/>
        </dgm:presLayoutVars>
      </dgm:prSet>
      <dgm:spPr/>
    </dgm:pt>
    <dgm:pt modelId="{871EE4B0-9075-44FD-AA46-1D20967F798B}" type="pres">
      <dgm:prSet presAssocID="{2E931AB6-5E18-49BF-83A6-3729DC205615}" presName="quadrant4" presStyleLbl="node1" presStyleIdx="3" presStyleCnt="4">
        <dgm:presLayoutVars>
          <dgm:chMax val="1"/>
          <dgm:bulletEnabled val="1"/>
        </dgm:presLayoutVars>
      </dgm:prSet>
      <dgm:spPr/>
    </dgm:pt>
    <dgm:pt modelId="{4FFDE8B0-0B2D-4FB8-81AD-320F347C45FB}" type="pres">
      <dgm:prSet presAssocID="{2E931AB6-5E18-49BF-83A6-3729DC205615}" presName="quadrantPlaceholder" presStyleCnt="0"/>
      <dgm:spPr/>
    </dgm:pt>
    <dgm:pt modelId="{9692F19E-39F1-4AD4-A96B-F51946ADF3AA}" type="pres">
      <dgm:prSet presAssocID="{2E931AB6-5E18-49BF-83A6-3729DC205615}" presName="center1" presStyleLbl="fgShp" presStyleIdx="0" presStyleCnt="2"/>
      <dgm:spPr/>
    </dgm:pt>
    <dgm:pt modelId="{A58C7CD1-FCD6-4550-816A-BBD71795CA4C}" type="pres">
      <dgm:prSet presAssocID="{2E931AB6-5E18-49BF-83A6-3729DC205615}" presName="center2" presStyleLbl="fgShp" presStyleIdx="1" presStyleCnt="2"/>
      <dgm:spPr/>
    </dgm:pt>
  </dgm:ptLst>
  <dgm:cxnLst>
    <dgm:cxn modelId="{D0583A12-4825-4F5E-86BC-D94DD9014750}" srcId="{2E931AB6-5E18-49BF-83A6-3729DC205615}" destId="{03D2F2D9-E0EE-44C1-A584-6FEDE128D8A1}" srcOrd="1" destOrd="0" parTransId="{8802F66F-B4E1-4735-A331-A88497AC0775}" sibTransId="{E7A647F9-E953-4BEA-A121-979744439415}"/>
    <dgm:cxn modelId="{66223216-3E4E-4D41-940B-83C9CA4195D1}" type="presOf" srcId="{2E931AB6-5E18-49BF-83A6-3729DC205615}" destId="{A5A764AD-F0AF-4D79-9096-401DDDFB5F45}" srcOrd="0" destOrd="0" presId="urn:microsoft.com/office/officeart/2005/8/layout/cycle4"/>
    <dgm:cxn modelId="{FC008C1B-458F-4CF7-AFF5-7BDC5C29E433}" type="presOf" srcId="{C0E192A7-8DFB-48B4-9DB4-9FCD742920D7}" destId="{FC1998E5-D6B3-481C-897F-224598213A76}" srcOrd="1" destOrd="2" presId="urn:microsoft.com/office/officeart/2005/8/layout/cycle4"/>
    <dgm:cxn modelId="{4A5A611D-78FF-4C6F-ACEE-60A3DC41FFBF}" srcId="{03D2F2D9-E0EE-44C1-A584-6FEDE128D8A1}" destId="{005BDE31-D7DB-4F49-9282-DCCFC367D518}" srcOrd="0" destOrd="0" parTransId="{3FDBD6A9-918D-494A-AEA7-184DB8BFE7B4}" sibTransId="{841B00C1-FB23-4862-82C3-4105B5EBB3D9}"/>
    <dgm:cxn modelId="{91040420-2FC7-449D-9AF7-1A74FD4D0E6B}" type="presOf" srcId="{A59057DA-9FDF-40AD-B830-0197B52A5E28}" destId="{FC1998E5-D6B3-481C-897F-224598213A76}" srcOrd="1" destOrd="0" presId="urn:microsoft.com/office/officeart/2005/8/layout/cycle4"/>
    <dgm:cxn modelId="{68BB1C37-EC27-4C98-AC49-FB600AC6BAEA}" type="presOf" srcId="{37C0C517-B43C-4CC6-8F60-EF50BF370335}" destId="{1F6E66AA-60A7-43F9-925C-BA4C46DA1D2A}" srcOrd="0" destOrd="0" presId="urn:microsoft.com/office/officeart/2005/8/layout/cycle4"/>
    <dgm:cxn modelId="{334AC137-6794-4820-AD6A-A034EB147408}" type="presOf" srcId="{B8F329B3-277F-4E57-A16F-9BCAFDC383F4}" destId="{871EE4B0-9075-44FD-AA46-1D20967F798B}" srcOrd="0" destOrd="0" presId="urn:microsoft.com/office/officeart/2005/8/layout/cycle4"/>
    <dgm:cxn modelId="{D1CBAD39-84C2-458D-BCA2-5D6F543F32D5}" type="presOf" srcId="{0A7E1C54-B30C-4D45-AE99-D1A51DC91AE4}" destId="{5B687D82-D8A4-440B-9526-FD3477BCD2AD}" srcOrd="1" destOrd="0" presId="urn:microsoft.com/office/officeart/2005/8/layout/cycle4"/>
    <dgm:cxn modelId="{932A7A3B-C5FA-41CE-9A2F-B45D65E19B18}" type="presOf" srcId="{7A416D20-F53D-46A2-A99C-CEAE2A302FDE}" destId="{FC1998E5-D6B3-481C-897F-224598213A76}" srcOrd="1" destOrd="1" presId="urn:microsoft.com/office/officeart/2005/8/layout/cycle4"/>
    <dgm:cxn modelId="{57EA7C42-E76A-420E-A1A0-4DB3E6C85F44}" srcId="{B8F329B3-277F-4E57-A16F-9BCAFDC383F4}" destId="{C0E192A7-8DFB-48B4-9DB4-9FCD742920D7}" srcOrd="2" destOrd="0" parTransId="{DFEEBA19-5C97-4286-8E21-B3F993D5815C}" sibTransId="{DD3650B9-C94B-4806-9CB3-A4E8AD3682D8}"/>
    <dgm:cxn modelId="{C65AD949-EBB3-4C13-B4A6-03891A2C768D}" srcId="{2E931AB6-5E18-49BF-83A6-3729DC205615}" destId="{B8F329B3-277F-4E57-A16F-9BCAFDC383F4}" srcOrd="3" destOrd="0" parTransId="{B42F7FBA-1AAD-4253-89EF-26A25CE3B601}" sibTransId="{F8B3B18F-8481-4552-992C-70319DBACB3C}"/>
    <dgm:cxn modelId="{CBAA486A-D306-441C-AEEC-8F927B358184}" type="presOf" srcId="{A59057DA-9FDF-40AD-B830-0197B52A5E28}" destId="{7A83ED5C-77C3-4C24-8CB0-1B0EFB1A1499}" srcOrd="0" destOrd="0" presId="urn:microsoft.com/office/officeart/2005/8/layout/cycle4"/>
    <dgm:cxn modelId="{67029F70-6BCD-4386-A66B-10E82A4BBF2F}" srcId="{37C0C517-B43C-4CC6-8F60-EF50BF370335}" destId="{0A7E1C54-B30C-4D45-AE99-D1A51DC91AE4}" srcOrd="0" destOrd="0" parTransId="{C6B493C9-E7CA-4649-BE19-28C48329537E}" sibTransId="{B2C0A9B3-5E6D-492F-96A0-AFC870FF94F0}"/>
    <dgm:cxn modelId="{7978027F-F389-42D6-9350-D70F68D38161}" type="presOf" srcId="{C0E192A7-8DFB-48B4-9DB4-9FCD742920D7}" destId="{7A83ED5C-77C3-4C24-8CB0-1B0EFB1A1499}" srcOrd="0" destOrd="2" presId="urn:microsoft.com/office/officeart/2005/8/layout/cycle4"/>
    <dgm:cxn modelId="{37229384-579A-45F7-A516-0A1FCD0D3439}" type="presOf" srcId="{F637EC7E-C0DA-4345-8FBB-D1CE64E863CA}" destId="{D5F48F2A-AA20-4642-A496-B61FF336A035}" srcOrd="0" destOrd="0" presId="urn:microsoft.com/office/officeart/2005/8/layout/cycle4"/>
    <dgm:cxn modelId="{03499584-3466-482F-A43F-34F556B97042}" type="presOf" srcId="{F637EC7E-C0DA-4345-8FBB-D1CE64E863CA}" destId="{77EBDBCD-F9AA-4100-87F8-2EE3933A31A8}" srcOrd="1" destOrd="0" presId="urn:microsoft.com/office/officeart/2005/8/layout/cycle4"/>
    <dgm:cxn modelId="{0145728B-A828-4C11-BDE7-26CE28B9F01A}" type="presOf" srcId="{005BDE31-D7DB-4F49-9282-DCCFC367D518}" destId="{D7B6FBF8-3F24-4084-8D05-B1CCE7B903FC}" srcOrd="0" destOrd="0" presId="urn:microsoft.com/office/officeart/2005/8/layout/cycle4"/>
    <dgm:cxn modelId="{2515808C-0AF9-4C14-A0BB-6175A0C5AF31}" type="presOf" srcId="{005BDE31-D7DB-4F49-9282-DCCFC367D518}" destId="{B06B8F00-1EEE-4949-BF00-6256A21E7912}" srcOrd="1" destOrd="0" presId="urn:microsoft.com/office/officeart/2005/8/layout/cycle4"/>
    <dgm:cxn modelId="{A02437A6-B534-4C80-8F01-1848085DC72A}" type="presOf" srcId="{03D2F2D9-E0EE-44C1-A584-6FEDE128D8A1}" destId="{DD1D4323-F4C2-4E9A-B2D7-00BA712AB470}" srcOrd="0" destOrd="0" presId="urn:microsoft.com/office/officeart/2005/8/layout/cycle4"/>
    <dgm:cxn modelId="{93EED8A8-EE88-4B5A-A996-4ABF5E880AE8}" srcId="{2E931AB6-5E18-49BF-83A6-3729DC205615}" destId="{BA951BC5-B432-490A-9F1A-47C0C888860E}" srcOrd="0" destOrd="0" parTransId="{FFF73C27-F92E-4F0D-945E-D8FD3978EB8D}" sibTransId="{CC80C62C-3F94-413E-BB43-59279DF306C0}"/>
    <dgm:cxn modelId="{97BEE1B3-E012-49DA-B29D-6F954B3E1C77}" srcId="{2E931AB6-5E18-49BF-83A6-3729DC205615}" destId="{37C0C517-B43C-4CC6-8F60-EF50BF370335}" srcOrd="2" destOrd="0" parTransId="{399FCBBF-8E91-4D0D-9539-D2B141C533A7}" sibTransId="{28F0FA30-9A97-4F28-968A-8939CA3E2A00}"/>
    <dgm:cxn modelId="{334BEAC0-8605-47A5-B195-9779009553E1}" srcId="{BA951BC5-B432-490A-9F1A-47C0C888860E}" destId="{F637EC7E-C0DA-4345-8FBB-D1CE64E863CA}" srcOrd="0" destOrd="0" parTransId="{090CAB75-BF11-4D01-AA27-BBC9A0A49129}" sibTransId="{72425A18-FA1A-43EF-A65D-2C320B5E47C7}"/>
    <dgm:cxn modelId="{3FE802C5-6C5D-4F36-B9A3-0BD66396DE85}" type="presOf" srcId="{BA951BC5-B432-490A-9F1A-47C0C888860E}" destId="{6586398B-28D1-44DE-B165-8E2048A22E9B}" srcOrd="0" destOrd="0" presId="urn:microsoft.com/office/officeart/2005/8/layout/cycle4"/>
    <dgm:cxn modelId="{899423CC-2C93-4D50-B95C-6A2A7D43CF33}" srcId="{B8F329B3-277F-4E57-A16F-9BCAFDC383F4}" destId="{A59057DA-9FDF-40AD-B830-0197B52A5E28}" srcOrd="0" destOrd="0" parTransId="{885D71C6-04D8-4DAE-AB03-18CE3529B184}" sibTransId="{37F5CF78-FA79-428E-904A-FB611E5505F4}"/>
    <dgm:cxn modelId="{81D4B8CD-AE1C-4F03-BD9E-9F8AFCDDC24C}" srcId="{B8F329B3-277F-4E57-A16F-9BCAFDC383F4}" destId="{7A416D20-F53D-46A2-A99C-CEAE2A302FDE}" srcOrd="1" destOrd="0" parTransId="{C78439DA-1D0A-4265-B255-D7ECF44C87EF}" sibTransId="{72E2B20D-D894-4CCB-A8A9-EA8EC47C8C58}"/>
    <dgm:cxn modelId="{99E5E4D2-D95A-44A3-974E-C43E205A0387}" type="presOf" srcId="{7A416D20-F53D-46A2-A99C-CEAE2A302FDE}" destId="{7A83ED5C-77C3-4C24-8CB0-1B0EFB1A1499}" srcOrd="0" destOrd="1" presId="urn:microsoft.com/office/officeart/2005/8/layout/cycle4"/>
    <dgm:cxn modelId="{25ABA8F5-7335-47BB-B398-3E4414F5C43A}" type="presOf" srcId="{0A7E1C54-B30C-4D45-AE99-D1A51DC91AE4}" destId="{1654BCF0-86BB-4557-AB35-9C381E723457}" srcOrd="0" destOrd="0" presId="urn:microsoft.com/office/officeart/2005/8/layout/cycle4"/>
    <dgm:cxn modelId="{C554E138-C2A0-4EB4-B4BA-FAE069C13715}" type="presParOf" srcId="{A5A764AD-F0AF-4D79-9096-401DDDFB5F45}" destId="{C0BE2193-B4CC-475D-8707-50351A882C91}" srcOrd="0" destOrd="0" presId="urn:microsoft.com/office/officeart/2005/8/layout/cycle4"/>
    <dgm:cxn modelId="{E4911C6C-98C5-473B-9460-BF89AE507670}" type="presParOf" srcId="{C0BE2193-B4CC-475D-8707-50351A882C91}" destId="{B5DF7470-C0A9-4C9B-8EA7-6A16F86835C9}" srcOrd="0" destOrd="0" presId="urn:microsoft.com/office/officeart/2005/8/layout/cycle4"/>
    <dgm:cxn modelId="{2BFF4721-BCD7-4506-80DA-59B2D1207EFA}" type="presParOf" srcId="{B5DF7470-C0A9-4C9B-8EA7-6A16F86835C9}" destId="{D5F48F2A-AA20-4642-A496-B61FF336A035}" srcOrd="0" destOrd="0" presId="urn:microsoft.com/office/officeart/2005/8/layout/cycle4"/>
    <dgm:cxn modelId="{E28B53D6-D2BA-43B7-AF45-5775FF87963D}" type="presParOf" srcId="{B5DF7470-C0A9-4C9B-8EA7-6A16F86835C9}" destId="{77EBDBCD-F9AA-4100-87F8-2EE3933A31A8}" srcOrd="1" destOrd="0" presId="urn:microsoft.com/office/officeart/2005/8/layout/cycle4"/>
    <dgm:cxn modelId="{8B3A068E-E596-47EC-B899-02DB6C3B8855}" type="presParOf" srcId="{C0BE2193-B4CC-475D-8707-50351A882C91}" destId="{50EC7EE4-972F-400B-B23A-467013422E6D}" srcOrd="1" destOrd="0" presId="urn:microsoft.com/office/officeart/2005/8/layout/cycle4"/>
    <dgm:cxn modelId="{5357B7BF-3731-46A2-A7AC-8CC8D5770B5F}" type="presParOf" srcId="{50EC7EE4-972F-400B-B23A-467013422E6D}" destId="{D7B6FBF8-3F24-4084-8D05-B1CCE7B903FC}" srcOrd="0" destOrd="0" presId="urn:microsoft.com/office/officeart/2005/8/layout/cycle4"/>
    <dgm:cxn modelId="{DA7DFA54-93F3-44B9-9164-58D4EB0617DB}" type="presParOf" srcId="{50EC7EE4-972F-400B-B23A-467013422E6D}" destId="{B06B8F00-1EEE-4949-BF00-6256A21E7912}" srcOrd="1" destOrd="0" presId="urn:microsoft.com/office/officeart/2005/8/layout/cycle4"/>
    <dgm:cxn modelId="{1BFE9A86-D916-4201-9D1D-0E2F6EDD9A76}" type="presParOf" srcId="{C0BE2193-B4CC-475D-8707-50351A882C91}" destId="{7C6E9AA1-45FC-4B76-9DC4-F48A4D22BD65}" srcOrd="2" destOrd="0" presId="urn:microsoft.com/office/officeart/2005/8/layout/cycle4"/>
    <dgm:cxn modelId="{4E3FD102-5D07-48DD-8755-4A925A1BE84A}" type="presParOf" srcId="{7C6E9AA1-45FC-4B76-9DC4-F48A4D22BD65}" destId="{1654BCF0-86BB-4557-AB35-9C381E723457}" srcOrd="0" destOrd="0" presId="urn:microsoft.com/office/officeart/2005/8/layout/cycle4"/>
    <dgm:cxn modelId="{9BD9C914-9A47-4092-AABB-6BC2B94653D0}" type="presParOf" srcId="{7C6E9AA1-45FC-4B76-9DC4-F48A4D22BD65}" destId="{5B687D82-D8A4-440B-9526-FD3477BCD2AD}" srcOrd="1" destOrd="0" presId="urn:microsoft.com/office/officeart/2005/8/layout/cycle4"/>
    <dgm:cxn modelId="{88BB504F-EB3D-4AB3-AB53-759FCF120072}" type="presParOf" srcId="{C0BE2193-B4CC-475D-8707-50351A882C91}" destId="{AEF6FB4B-62FB-46E0-9DE3-D06F364BB2C8}" srcOrd="3" destOrd="0" presId="urn:microsoft.com/office/officeart/2005/8/layout/cycle4"/>
    <dgm:cxn modelId="{B787F238-630D-4A44-AAFC-F6B5AB711517}" type="presParOf" srcId="{AEF6FB4B-62FB-46E0-9DE3-D06F364BB2C8}" destId="{7A83ED5C-77C3-4C24-8CB0-1B0EFB1A1499}" srcOrd="0" destOrd="0" presId="urn:microsoft.com/office/officeart/2005/8/layout/cycle4"/>
    <dgm:cxn modelId="{7B2BB38C-62FF-401B-9E21-BAD93E87FA90}" type="presParOf" srcId="{AEF6FB4B-62FB-46E0-9DE3-D06F364BB2C8}" destId="{FC1998E5-D6B3-481C-897F-224598213A76}" srcOrd="1" destOrd="0" presId="urn:microsoft.com/office/officeart/2005/8/layout/cycle4"/>
    <dgm:cxn modelId="{5FFE198E-4539-461F-872C-1D2F4B576946}" type="presParOf" srcId="{C0BE2193-B4CC-475D-8707-50351A882C91}" destId="{656B979D-8849-4A0C-B246-D4E40C099EFE}" srcOrd="4" destOrd="0" presId="urn:microsoft.com/office/officeart/2005/8/layout/cycle4"/>
    <dgm:cxn modelId="{BE6BD846-E37B-4D0C-B440-3BF34E01DD19}" type="presParOf" srcId="{A5A764AD-F0AF-4D79-9096-401DDDFB5F45}" destId="{94303D81-D6E8-4A1E-81CF-6163330665B5}" srcOrd="1" destOrd="0" presId="urn:microsoft.com/office/officeart/2005/8/layout/cycle4"/>
    <dgm:cxn modelId="{BD15AFD9-23DB-41E7-AC6E-B36B0A648713}" type="presParOf" srcId="{94303D81-D6E8-4A1E-81CF-6163330665B5}" destId="{6586398B-28D1-44DE-B165-8E2048A22E9B}" srcOrd="0" destOrd="0" presId="urn:microsoft.com/office/officeart/2005/8/layout/cycle4"/>
    <dgm:cxn modelId="{05623709-F6E9-41F0-BF49-279B562703DC}" type="presParOf" srcId="{94303D81-D6E8-4A1E-81CF-6163330665B5}" destId="{DD1D4323-F4C2-4E9A-B2D7-00BA712AB470}" srcOrd="1" destOrd="0" presId="urn:microsoft.com/office/officeart/2005/8/layout/cycle4"/>
    <dgm:cxn modelId="{C657B07C-43E8-4074-B4FF-2139739D2EC3}" type="presParOf" srcId="{94303D81-D6E8-4A1E-81CF-6163330665B5}" destId="{1F6E66AA-60A7-43F9-925C-BA4C46DA1D2A}" srcOrd="2" destOrd="0" presId="urn:microsoft.com/office/officeart/2005/8/layout/cycle4"/>
    <dgm:cxn modelId="{0A2BF786-9956-494B-AACF-E1D59E43D930}" type="presParOf" srcId="{94303D81-D6E8-4A1E-81CF-6163330665B5}" destId="{871EE4B0-9075-44FD-AA46-1D20967F798B}" srcOrd="3" destOrd="0" presId="urn:microsoft.com/office/officeart/2005/8/layout/cycle4"/>
    <dgm:cxn modelId="{D0C6B7A3-141B-4446-A14C-B9B94DC49FF6}" type="presParOf" srcId="{94303D81-D6E8-4A1E-81CF-6163330665B5}" destId="{4FFDE8B0-0B2D-4FB8-81AD-320F347C45FB}" srcOrd="4" destOrd="0" presId="urn:microsoft.com/office/officeart/2005/8/layout/cycle4"/>
    <dgm:cxn modelId="{95C3AEAA-2A9D-415A-8E05-29ACE8EC0801}" type="presParOf" srcId="{A5A764AD-F0AF-4D79-9096-401DDDFB5F45}" destId="{9692F19E-39F1-4AD4-A96B-F51946ADF3AA}" srcOrd="2" destOrd="0" presId="urn:microsoft.com/office/officeart/2005/8/layout/cycle4"/>
    <dgm:cxn modelId="{1C339001-4ED8-45D7-94FA-6B249FC98539}" type="presParOf" srcId="{A5A764AD-F0AF-4D79-9096-401DDDFB5F45}" destId="{A58C7CD1-FCD6-4550-816A-BBD71795CA4C}"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1AAC-CB19-40E7-AAC5-1A3C4B3806B3}">
      <dsp:nvSpPr>
        <dsp:cNvPr id="0" name=""/>
        <dsp:cNvSpPr/>
      </dsp:nvSpPr>
      <dsp:spPr>
        <a:xfrm>
          <a:off x="995739" y="0"/>
          <a:ext cx="4617881" cy="4617881"/>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4998B0-3782-4DAE-8989-60A68D802510}">
      <dsp:nvSpPr>
        <dsp:cNvPr id="0" name=""/>
        <dsp:cNvSpPr/>
      </dsp:nvSpPr>
      <dsp:spPr>
        <a:xfrm>
          <a:off x="3156242" y="463022"/>
          <a:ext cx="3219810" cy="41782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solidFill>
                <a:schemeClr val="tx1"/>
              </a:solidFill>
              <a:latin typeface="+mn-lt"/>
            </a:rPr>
            <a:t>Time and Cost Saving</a:t>
          </a:r>
          <a:endParaRPr lang="en-US" sz="1200" kern="1200" dirty="0"/>
        </a:p>
      </dsp:txBody>
      <dsp:txXfrm>
        <a:off x="3176639" y="483419"/>
        <a:ext cx="3179016" cy="377035"/>
      </dsp:txXfrm>
    </dsp:sp>
    <dsp:sp modelId="{941204B0-D7C6-4247-B16E-563A8E4A825B}">
      <dsp:nvSpPr>
        <dsp:cNvPr id="0" name=""/>
        <dsp:cNvSpPr/>
      </dsp:nvSpPr>
      <dsp:spPr>
        <a:xfrm>
          <a:off x="3147837" y="940380"/>
          <a:ext cx="3236619"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Immediate Feedback</a:t>
          </a:r>
          <a:endParaRPr lang="en-US" sz="1200" kern="1200" dirty="0"/>
        </a:p>
      </dsp:txBody>
      <dsp:txXfrm>
        <a:off x="3171084" y="963627"/>
        <a:ext cx="3190125" cy="429724"/>
      </dsp:txXfrm>
    </dsp:sp>
    <dsp:sp modelId="{D41398C0-032D-4075-876A-160D6D08BD49}">
      <dsp:nvSpPr>
        <dsp:cNvPr id="0" name=""/>
        <dsp:cNvSpPr/>
      </dsp:nvSpPr>
      <dsp:spPr>
        <a:xfrm>
          <a:off x="3131028" y="1476126"/>
          <a:ext cx="3270237"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Increases Productivity</a:t>
          </a:r>
          <a:endParaRPr lang="en-US" sz="1200" kern="1200" dirty="0"/>
        </a:p>
      </dsp:txBody>
      <dsp:txXfrm>
        <a:off x="3154275" y="1499373"/>
        <a:ext cx="3223743" cy="429724"/>
      </dsp:txXfrm>
    </dsp:sp>
    <dsp:sp modelId="{B4BCBEB6-4BE4-4B29-85D0-4D447E72D45A}">
      <dsp:nvSpPr>
        <dsp:cNvPr id="0" name=""/>
        <dsp:cNvSpPr/>
      </dsp:nvSpPr>
      <dsp:spPr>
        <a:xfrm>
          <a:off x="3114219" y="2011872"/>
          <a:ext cx="3303856"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Quick Development and Delivery</a:t>
          </a:r>
          <a:endParaRPr lang="en-US" sz="1200" kern="1200" dirty="0"/>
        </a:p>
      </dsp:txBody>
      <dsp:txXfrm>
        <a:off x="3137466" y="2035119"/>
        <a:ext cx="3257362" cy="429724"/>
      </dsp:txXfrm>
    </dsp:sp>
    <dsp:sp modelId="{04B40FC7-C108-442D-B4A8-4C5F9459E3BE}">
      <dsp:nvSpPr>
        <dsp:cNvPr id="0" name=""/>
        <dsp:cNvSpPr/>
      </dsp:nvSpPr>
      <dsp:spPr>
        <a:xfrm>
          <a:off x="3089020" y="2547619"/>
          <a:ext cx="3354253"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Detects Bugs Earlier</a:t>
          </a:r>
          <a:br>
            <a:rPr lang="en-US" altLang="en-US" sz="500" kern="1200" dirty="0"/>
          </a:br>
          <a:endParaRPr lang="en-US" sz="500" kern="1200" dirty="0"/>
        </a:p>
      </dsp:txBody>
      <dsp:txXfrm>
        <a:off x="3112267" y="2570866"/>
        <a:ext cx="3307759" cy="429724"/>
      </dsp:txXfrm>
    </dsp:sp>
    <dsp:sp modelId="{5835DA36-25D5-4CE2-9467-A0139A082169}">
      <dsp:nvSpPr>
        <dsp:cNvPr id="0" name=""/>
        <dsp:cNvSpPr/>
      </dsp:nvSpPr>
      <dsp:spPr>
        <a:xfrm>
          <a:off x="3080571" y="3083365"/>
          <a:ext cx="3371152"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Increases Reliability</a:t>
          </a:r>
          <a:endParaRPr lang="en-US" sz="1200" kern="1200" dirty="0"/>
        </a:p>
      </dsp:txBody>
      <dsp:txXfrm>
        <a:off x="3103818" y="3106612"/>
        <a:ext cx="3324658" cy="429724"/>
      </dsp:txXfrm>
    </dsp:sp>
    <dsp:sp modelId="{DF2A3FCC-7344-48A5-9BBE-7AF26726EE73}">
      <dsp:nvSpPr>
        <dsp:cNvPr id="0" name=""/>
        <dsp:cNvSpPr/>
      </dsp:nvSpPr>
      <dsp:spPr>
        <a:xfrm>
          <a:off x="3097425" y="3619111"/>
          <a:ext cx="3337444" cy="476218"/>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dirty="0"/>
            <a:t>Increases Confidence</a:t>
          </a:r>
          <a:endParaRPr lang="en-US" sz="1200" kern="1200" dirty="0"/>
        </a:p>
      </dsp:txBody>
      <dsp:txXfrm>
        <a:off x="3120672" y="3642358"/>
        <a:ext cx="3290950" cy="4297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1AAC-CB19-40E7-AAC5-1A3C4B3806B3}">
      <dsp:nvSpPr>
        <dsp:cNvPr id="0" name=""/>
        <dsp:cNvSpPr/>
      </dsp:nvSpPr>
      <dsp:spPr>
        <a:xfrm>
          <a:off x="995739" y="0"/>
          <a:ext cx="4617881" cy="4617881"/>
        </a:xfrm>
        <a:prstGeom prst="triangl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4998B0-3782-4DAE-8989-60A68D802510}">
      <dsp:nvSpPr>
        <dsp:cNvPr id="0" name=""/>
        <dsp:cNvSpPr/>
      </dsp:nvSpPr>
      <dsp:spPr>
        <a:xfrm>
          <a:off x="3156242" y="463484"/>
          <a:ext cx="3219810" cy="943972"/>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solidFill>
                <a:schemeClr val="tx1"/>
              </a:solidFill>
              <a:latin typeface="+mn-lt"/>
            </a:rPr>
            <a:t>Structured combination of </a:t>
          </a:r>
        </a:p>
        <a:p>
          <a:pPr marL="0" lvl="0" indent="0" algn="just" defTabSz="533400">
            <a:lnSpc>
              <a:spcPct val="90000"/>
            </a:lnSpc>
            <a:spcBef>
              <a:spcPct val="0"/>
            </a:spcBef>
            <a:spcAft>
              <a:spcPct val="35000"/>
            </a:spcAft>
            <a:buNone/>
          </a:pPr>
          <a:r>
            <a:rPr lang="en-US" altLang="en-US" sz="1200" kern="1200"/>
            <a:t>- Various Assumptions for Testing</a:t>
          </a:r>
        </a:p>
        <a:p>
          <a:pPr marL="0" lvl="0" indent="0" algn="just" defTabSz="533400">
            <a:lnSpc>
              <a:spcPct val="90000"/>
            </a:lnSpc>
            <a:spcBef>
              <a:spcPct val="0"/>
            </a:spcBef>
            <a:spcAft>
              <a:spcPct val="35000"/>
            </a:spcAft>
            <a:buNone/>
          </a:pPr>
          <a:r>
            <a:rPr lang="en-US" altLang="en-US" sz="1200" kern="1200"/>
            <a:t>- Testing Concepts</a:t>
          </a:r>
        </a:p>
        <a:p>
          <a:pPr marL="0" lvl="0" indent="0" algn="just" defTabSz="533400">
            <a:lnSpc>
              <a:spcPct val="90000"/>
            </a:lnSpc>
            <a:spcBef>
              <a:spcPct val="0"/>
            </a:spcBef>
            <a:spcAft>
              <a:spcPct val="35000"/>
            </a:spcAft>
            <a:buNone/>
          </a:pPr>
          <a:r>
            <a:rPr lang="en-US" altLang="en-US" sz="1200" kern="1200"/>
            <a:t>- Testing Practices</a:t>
          </a:r>
          <a:endParaRPr lang="en-US" sz="1200" kern="1200" dirty="0"/>
        </a:p>
      </dsp:txBody>
      <dsp:txXfrm>
        <a:off x="3202323" y="509565"/>
        <a:ext cx="3127648" cy="851810"/>
      </dsp:txXfrm>
    </dsp:sp>
    <dsp:sp modelId="{941204B0-D7C6-4247-B16E-563A8E4A825B}">
      <dsp:nvSpPr>
        <dsp:cNvPr id="0" name=""/>
        <dsp:cNvSpPr/>
      </dsp:nvSpPr>
      <dsp:spPr>
        <a:xfrm>
          <a:off x="3147837" y="1457401"/>
          <a:ext cx="3236619"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Less Maintenance</a:t>
          </a:r>
          <a:r>
            <a:rPr lang="en-US" altLang="en-US" sz="1200" kern="1200">
              <a:solidFill>
                <a:srgbClr val="FFFF99"/>
              </a:solidFill>
            </a:rPr>
            <a:t> </a:t>
          </a:r>
          <a:endParaRPr lang="en-US" sz="1200" kern="1200" dirty="0"/>
        </a:p>
      </dsp:txBody>
      <dsp:txXfrm>
        <a:off x="3167342" y="1476906"/>
        <a:ext cx="3197609" cy="360544"/>
      </dsp:txXfrm>
    </dsp:sp>
    <dsp:sp modelId="{D41398C0-032D-4075-876A-160D6D08BD49}">
      <dsp:nvSpPr>
        <dsp:cNvPr id="0" name=""/>
        <dsp:cNvSpPr/>
      </dsp:nvSpPr>
      <dsp:spPr>
        <a:xfrm>
          <a:off x="3131028" y="1906900"/>
          <a:ext cx="3270237"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Ensures Consistency of Testing</a:t>
          </a:r>
          <a:endParaRPr lang="en-US" sz="1200" kern="1200" dirty="0"/>
        </a:p>
      </dsp:txBody>
      <dsp:txXfrm>
        <a:off x="3150533" y="1926405"/>
        <a:ext cx="3231227" cy="360544"/>
      </dsp:txXfrm>
    </dsp:sp>
    <dsp:sp modelId="{B4BCBEB6-4BE4-4B29-85D0-4D447E72D45A}">
      <dsp:nvSpPr>
        <dsp:cNvPr id="0" name=""/>
        <dsp:cNvSpPr/>
      </dsp:nvSpPr>
      <dsp:spPr>
        <a:xfrm>
          <a:off x="3114219" y="2356399"/>
          <a:ext cx="3303856"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Enables Test Automation using Data </a:t>
          </a:r>
          <a:endParaRPr lang="en-US" sz="1200" kern="1200" dirty="0"/>
        </a:p>
      </dsp:txBody>
      <dsp:txXfrm>
        <a:off x="3133724" y="2375904"/>
        <a:ext cx="3264846" cy="360544"/>
      </dsp:txXfrm>
    </dsp:sp>
    <dsp:sp modelId="{04B40FC7-C108-442D-B4A8-4C5F9459E3BE}">
      <dsp:nvSpPr>
        <dsp:cNvPr id="0" name=""/>
        <dsp:cNvSpPr/>
      </dsp:nvSpPr>
      <dsp:spPr>
        <a:xfrm>
          <a:off x="3089020" y="2805898"/>
          <a:ext cx="3354253"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Provides an Outline of overall Test Structure</a:t>
          </a:r>
          <a:br>
            <a:rPr lang="en-US" altLang="en-US" sz="500" kern="1200"/>
          </a:br>
          <a:endParaRPr lang="en-US" sz="500" kern="1200" dirty="0"/>
        </a:p>
      </dsp:txBody>
      <dsp:txXfrm>
        <a:off x="3108525" y="2825403"/>
        <a:ext cx="3315243" cy="360544"/>
      </dsp:txXfrm>
    </dsp:sp>
    <dsp:sp modelId="{5835DA36-25D5-4CE2-9467-A0139A082169}">
      <dsp:nvSpPr>
        <dsp:cNvPr id="0" name=""/>
        <dsp:cNvSpPr/>
      </dsp:nvSpPr>
      <dsp:spPr>
        <a:xfrm>
          <a:off x="3080571" y="3255398"/>
          <a:ext cx="3371152"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Reduces Exposure of Non-Technical Testers to Code</a:t>
          </a:r>
          <a:endParaRPr lang="en-US" sz="1200" kern="1200" dirty="0"/>
        </a:p>
      </dsp:txBody>
      <dsp:txXfrm>
        <a:off x="3100076" y="3274903"/>
        <a:ext cx="3332142" cy="360544"/>
      </dsp:txXfrm>
    </dsp:sp>
    <dsp:sp modelId="{DF2A3FCC-7344-48A5-9BBE-7AF26726EE73}">
      <dsp:nvSpPr>
        <dsp:cNvPr id="0" name=""/>
        <dsp:cNvSpPr/>
      </dsp:nvSpPr>
      <dsp:spPr>
        <a:xfrm>
          <a:off x="3097425" y="3704897"/>
          <a:ext cx="3337444" cy="3995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en-US" sz="1200" kern="1200"/>
            <a:t>Maximizes Reusability </a:t>
          </a:r>
          <a:endParaRPr lang="en-US" sz="1200" kern="1200" dirty="0"/>
        </a:p>
      </dsp:txBody>
      <dsp:txXfrm>
        <a:off x="3116930" y="3724402"/>
        <a:ext cx="3298434" cy="3605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54BCF0-86BB-4557-AB35-9C381E723457}">
      <dsp:nvSpPr>
        <dsp:cNvPr id="0" name=""/>
        <dsp:cNvSpPr/>
      </dsp:nvSpPr>
      <dsp:spPr>
        <a:xfrm>
          <a:off x="5833464" y="3320188"/>
          <a:ext cx="2594559" cy="15471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Create test scripts on module wise by breaking down the complete application under test into smaller, independent tests</a:t>
          </a:r>
        </a:p>
      </dsp:txBody>
      <dsp:txXfrm>
        <a:off x="6645817" y="3740955"/>
        <a:ext cx="1748221" cy="1092376"/>
      </dsp:txXfrm>
    </dsp:sp>
    <dsp:sp modelId="{7A83ED5C-77C3-4C24-8CB0-1B0EFB1A1499}">
      <dsp:nvSpPr>
        <dsp:cNvPr id="0" name=""/>
        <dsp:cNvSpPr/>
      </dsp:nvSpPr>
      <dsp:spPr>
        <a:xfrm>
          <a:off x="357375" y="2862284"/>
          <a:ext cx="2583708" cy="216850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Create a platform which allows everyone (such as Business Analysts, Developers, Testers </a:t>
          </a:r>
          <a:r>
            <a:rPr lang="en-US" sz="1100" kern="1200" dirty="0" err="1"/>
            <a:t>etc</a:t>
          </a:r>
          <a:r>
            <a:rPr lang="en-US" sz="1100" kern="1200" dirty="0"/>
            <a:t>,) to participate actively. </a:t>
          </a:r>
        </a:p>
        <a:p>
          <a:pPr marL="57150" lvl="1" indent="-57150" algn="l" defTabSz="488950">
            <a:lnSpc>
              <a:spcPct val="90000"/>
            </a:lnSpc>
            <a:spcBef>
              <a:spcPct val="0"/>
            </a:spcBef>
            <a:spcAft>
              <a:spcPct val="15000"/>
            </a:spcAft>
            <a:buChar char="•"/>
          </a:pPr>
          <a:endParaRPr lang="en-US" sz="1100" kern="1200" dirty="0"/>
        </a:p>
        <a:p>
          <a:pPr marL="57150" lvl="1" indent="-57150" algn="l" defTabSz="488950">
            <a:lnSpc>
              <a:spcPct val="90000"/>
            </a:lnSpc>
            <a:spcBef>
              <a:spcPct val="0"/>
            </a:spcBef>
            <a:spcAft>
              <a:spcPct val="15000"/>
            </a:spcAft>
            <a:buChar char="•"/>
          </a:pPr>
          <a:r>
            <a:rPr lang="en-US" sz="1100" kern="1200" dirty="0"/>
            <a:t>Requires increased collaboration between Development and Test Teams.</a:t>
          </a:r>
        </a:p>
      </dsp:txBody>
      <dsp:txXfrm>
        <a:off x="405010" y="3452045"/>
        <a:ext cx="1713325" cy="1531110"/>
      </dsp:txXfrm>
    </dsp:sp>
    <dsp:sp modelId="{D7B6FBF8-3F24-4084-8D05-B1CCE7B903FC}">
      <dsp:nvSpPr>
        <dsp:cNvPr id="0" name=""/>
        <dsp:cNvSpPr/>
      </dsp:nvSpPr>
      <dsp:spPr>
        <a:xfrm>
          <a:off x="5451773" y="376359"/>
          <a:ext cx="2583708" cy="16736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i="0" kern="1200" dirty="0"/>
            <a:t>Known as table-driven testing or action word based testing</a:t>
          </a:r>
        </a:p>
      </dsp:txBody>
      <dsp:txXfrm>
        <a:off x="6263650" y="413124"/>
        <a:ext cx="1735065" cy="1181712"/>
      </dsp:txXfrm>
    </dsp:sp>
    <dsp:sp modelId="{D5F48F2A-AA20-4642-A496-B61FF336A035}">
      <dsp:nvSpPr>
        <dsp:cNvPr id="0" name=""/>
        <dsp:cNvSpPr/>
      </dsp:nvSpPr>
      <dsp:spPr>
        <a:xfrm>
          <a:off x="638844" y="210332"/>
          <a:ext cx="2583708" cy="167365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t" anchorCtr="0">
          <a:noAutofit/>
        </a:bodyPr>
        <a:lstStyle/>
        <a:p>
          <a:pPr marL="57150" lvl="1" indent="-57150" algn="l" defTabSz="488950">
            <a:lnSpc>
              <a:spcPct val="90000"/>
            </a:lnSpc>
            <a:spcBef>
              <a:spcPct val="0"/>
            </a:spcBef>
            <a:spcAft>
              <a:spcPct val="15000"/>
            </a:spcAft>
            <a:buChar char="•"/>
          </a:pPr>
          <a:r>
            <a:rPr lang="en-US" sz="1100" kern="1200" dirty="0"/>
            <a:t>Focused on separating the test scripts logic and the test data from each other </a:t>
          </a:r>
        </a:p>
      </dsp:txBody>
      <dsp:txXfrm>
        <a:off x="675609" y="247097"/>
        <a:ext cx="1735065" cy="1181712"/>
      </dsp:txXfrm>
    </dsp:sp>
    <dsp:sp modelId="{6586398B-28D1-44DE-B165-8E2048A22E9B}">
      <dsp:nvSpPr>
        <dsp:cNvPr id="0" name=""/>
        <dsp:cNvSpPr/>
      </dsp:nvSpPr>
      <dsp:spPr>
        <a:xfrm>
          <a:off x="2183303" y="361283"/>
          <a:ext cx="2264667" cy="2264667"/>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altLang="en-US" sz="1700" kern="1200" dirty="0">
              <a:latin typeface="Arial"/>
            </a:rPr>
            <a:t>Data Driven</a:t>
          </a:r>
          <a:endParaRPr lang="en-US" sz="1700" kern="1200" dirty="0"/>
        </a:p>
      </dsp:txBody>
      <dsp:txXfrm>
        <a:off x="2846609" y="1024589"/>
        <a:ext cx="1601361" cy="1601361"/>
      </dsp:txXfrm>
    </dsp:sp>
    <dsp:sp modelId="{DD1D4323-F4C2-4E9A-B2D7-00BA712AB470}">
      <dsp:nvSpPr>
        <dsp:cNvPr id="0" name=""/>
        <dsp:cNvSpPr/>
      </dsp:nvSpPr>
      <dsp:spPr>
        <a:xfrm rot="5400000">
          <a:off x="4552574" y="361283"/>
          <a:ext cx="2264667" cy="2264667"/>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altLang="en-US" sz="1700" kern="1200" dirty="0">
              <a:latin typeface="Arial"/>
            </a:rPr>
            <a:t>Keyword Driven</a:t>
          </a:r>
          <a:endParaRPr lang="en-US" sz="1700" kern="1200" dirty="0"/>
        </a:p>
      </dsp:txBody>
      <dsp:txXfrm rot="-5400000">
        <a:off x="4552574" y="1024589"/>
        <a:ext cx="1601361" cy="1601361"/>
      </dsp:txXfrm>
    </dsp:sp>
    <dsp:sp modelId="{1F6E66AA-60A7-43F9-925C-BA4C46DA1D2A}">
      <dsp:nvSpPr>
        <dsp:cNvPr id="0" name=""/>
        <dsp:cNvSpPr/>
      </dsp:nvSpPr>
      <dsp:spPr>
        <a:xfrm rot="10800000">
          <a:off x="4552574" y="2730554"/>
          <a:ext cx="2264667" cy="2264667"/>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Modular</a:t>
          </a:r>
        </a:p>
      </dsp:txBody>
      <dsp:txXfrm rot="10800000">
        <a:off x="4552574" y="2730554"/>
        <a:ext cx="1601361" cy="1601361"/>
      </dsp:txXfrm>
    </dsp:sp>
    <dsp:sp modelId="{871EE4B0-9075-44FD-AA46-1D20967F798B}">
      <dsp:nvSpPr>
        <dsp:cNvPr id="0" name=""/>
        <dsp:cNvSpPr/>
      </dsp:nvSpPr>
      <dsp:spPr>
        <a:xfrm rot="16200000">
          <a:off x="2183303" y="2730554"/>
          <a:ext cx="2264667" cy="2264667"/>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US" sz="1700" kern="1200" dirty="0"/>
            <a:t>Behavior Driven Development</a:t>
          </a:r>
        </a:p>
      </dsp:txBody>
      <dsp:txXfrm rot="5400000">
        <a:off x="2846609" y="2730554"/>
        <a:ext cx="1601361" cy="1601361"/>
      </dsp:txXfrm>
    </dsp:sp>
    <dsp:sp modelId="{9692F19E-39F1-4AD4-A96B-F51946ADF3AA}">
      <dsp:nvSpPr>
        <dsp:cNvPr id="0" name=""/>
        <dsp:cNvSpPr/>
      </dsp:nvSpPr>
      <dsp:spPr>
        <a:xfrm>
          <a:off x="4109316" y="2207536"/>
          <a:ext cx="781911" cy="67992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8C7CD1-FCD6-4550-816A-BBD71795CA4C}">
      <dsp:nvSpPr>
        <dsp:cNvPr id="0" name=""/>
        <dsp:cNvSpPr/>
      </dsp:nvSpPr>
      <dsp:spPr>
        <a:xfrm rot="10800000">
          <a:off x="4109316" y="2469045"/>
          <a:ext cx="781911" cy="679923"/>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3/30/2022</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3/30/2022</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Test Automation</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In Agile</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To Be Discussed</a:t>
            </a:r>
          </a:p>
        </p:txBody>
      </p:sp>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What is Test Automation</a:t>
            </a:r>
          </a:p>
        </p:txBody>
      </p:sp>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Test Automation Agile Way</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Test automation In NAT</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Test Automation Demo</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2</a:t>
            </a:fld>
            <a:endParaRPr lang="en-US" dirty="0"/>
          </a:p>
        </p:txBody>
      </p:sp>
      <p:pic>
        <p:nvPicPr>
          <p:cNvPr id="7172" name="Picture 4" descr="Test Automation | Adaps">
            <a:extLst>
              <a:ext uri="{FF2B5EF4-FFF2-40B4-BE49-F238E27FC236}">
                <a16:creationId xmlns:a16="http://schemas.microsoft.com/office/drawing/2014/main" id="{EB07F978-C8DD-461E-9C9A-8CB094002E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340" y="2307926"/>
            <a:ext cx="999468" cy="982642"/>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Agile Product Development - Productfolio">
            <a:extLst>
              <a:ext uri="{FF2B5EF4-FFF2-40B4-BE49-F238E27FC236}">
                <a16:creationId xmlns:a16="http://schemas.microsoft.com/office/drawing/2014/main" id="{73A2811A-6AC1-4C3B-AB8A-16DD4703BB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5572" y="2072675"/>
            <a:ext cx="1577087" cy="1549330"/>
          </a:xfrm>
          <a:prstGeom prst="rect">
            <a:avLst/>
          </a:prstGeom>
          <a:noFill/>
          <a:extLst>
            <a:ext uri="{909E8E84-426E-40DD-AFC4-6F175D3DCCD1}">
              <a14:hiddenFill xmlns:a14="http://schemas.microsoft.com/office/drawing/2010/main">
                <a:solidFill>
                  <a:srgbClr val="FFFFFF"/>
                </a:solidFill>
              </a14:hiddenFill>
            </a:ext>
          </a:extLst>
        </p:spPr>
      </p:pic>
      <p:pic>
        <p:nvPicPr>
          <p:cNvPr id="7182" name="Picture 14" descr="Demo - Free computer icons">
            <a:extLst>
              <a:ext uri="{FF2B5EF4-FFF2-40B4-BE49-F238E27FC236}">
                <a16:creationId xmlns:a16="http://schemas.microsoft.com/office/drawing/2014/main" id="{97F20239-3947-401B-BBBA-84E079D02D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0265" y="2217587"/>
            <a:ext cx="1259505" cy="1259505"/>
          </a:xfrm>
          <a:prstGeom prst="rect">
            <a:avLst/>
          </a:prstGeom>
          <a:noFill/>
          <a:extLst>
            <a:ext uri="{909E8E84-426E-40DD-AFC4-6F175D3DCCD1}">
              <a14:hiddenFill xmlns:a14="http://schemas.microsoft.com/office/drawing/2010/main">
                <a:solidFill>
                  <a:srgbClr val="FFFFFF"/>
                </a:solidFill>
              </a14:hiddenFill>
            </a:ext>
          </a:extLst>
        </p:spPr>
      </p:pic>
      <p:pic>
        <p:nvPicPr>
          <p:cNvPr id="30" name="Graphic 29">
            <a:extLst>
              <a:ext uri="{FF2B5EF4-FFF2-40B4-BE49-F238E27FC236}">
                <a16:creationId xmlns:a16="http://schemas.microsoft.com/office/drawing/2014/main" id="{DC0E3C2B-7679-4F1C-A857-5A426B6F09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47221" y="2389377"/>
            <a:ext cx="1008657" cy="1021345"/>
          </a:xfrm>
          <a:prstGeom prst="rect">
            <a:avLst/>
          </a:prstGeom>
        </p:spPr>
      </p:pic>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p:txBody>
          <a:bodyPr>
            <a:normAutofit fontScale="90000"/>
          </a:bodyPr>
          <a:lstStyle/>
          <a:p>
            <a:r>
              <a:rPr lang="en-US" dirty="0"/>
              <a:t>What is Test Automation</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dirty="0"/>
              <a:t>Chapter 1</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Why Test Automation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4</a:t>
            </a:fld>
            <a:endParaRPr lang="en-US"/>
          </a:p>
        </p:txBody>
      </p:sp>
      <p:graphicFrame>
        <p:nvGraphicFramePr>
          <p:cNvPr id="5" name="Diagram 4">
            <a:extLst>
              <a:ext uri="{FF2B5EF4-FFF2-40B4-BE49-F238E27FC236}">
                <a16:creationId xmlns:a16="http://schemas.microsoft.com/office/drawing/2014/main" id="{874773F1-35DE-43C2-9E79-C6DA6A7B7764}"/>
              </a:ext>
            </a:extLst>
          </p:cNvPr>
          <p:cNvGraphicFramePr/>
          <p:nvPr>
            <p:extLst>
              <p:ext uri="{D42A27DB-BD31-4B8C-83A1-F6EECF244321}">
                <p14:modId xmlns:p14="http://schemas.microsoft.com/office/powerpoint/2010/main" val="622055741"/>
              </p:ext>
            </p:extLst>
          </p:nvPr>
        </p:nvGraphicFramePr>
        <p:xfrm>
          <a:off x="1955800" y="1424104"/>
          <a:ext cx="7408119" cy="46178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8000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Test Automation Introduction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5</a:t>
            </a:fld>
            <a:endParaRPr lang="en-US"/>
          </a:p>
        </p:txBody>
      </p:sp>
      <p:graphicFrame>
        <p:nvGraphicFramePr>
          <p:cNvPr id="5" name="Diagram 4">
            <a:extLst>
              <a:ext uri="{FF2B5EF4-FFF2-40B4-BE49-F238E27FC236}">
                <a16:creationId xmlns:a16="http://schemas.microsoft.com/office/drawing/2014/main" id="{874773F1-35DE-43C2-9E79-C6DA6A7B7764}"/>
              </a:ext>
            </a:extLst>
          </p:cNvPr>
          <p:cNvGraphicFramePr/>
          <p:nvPr>
            <p:extLst>
              <p:ext uri="{D42A27DB-BD31-4B8C-83A1-F6EECF244321}">
                <p14:modId xmlns:p14="http://schemas.microsoft.com/office/powerpoint/2010/main" val="70067974"/>
              </p:ext>
            </p:extLst>
          </p:nvPr>
        </p:nvGraphicFramePr>
        <p:xfrm>
          <a:off x="1955800" y="1424104"/>
          <a:ext cx="7408119" cy="46178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744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Test Automation Framework Types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6</a:t>
            </a:fld>
            <a:endParaRPr lang="en-US"/>
          </a:p>
        </p:txBody>
      </p:sp>
      <p:graphicFrame>
        <p:nvGraphicFramePr>
          <p:cNvPr id="6" name="Diagram 5">
            <a:extLst>
              <a:ext uri="{FF2B5EF4-FFF2-40B4-BE49-F238E27FC236}">
                <a16:creationId xmlns:a16="http://schemas.microsoft.com/office/drawing/2014/main" id="{9A91D4EA-3195-4CD1-8279-20EBB8522545}"/>
              </a:ext>
            </a:extLst>
          </p:cNvPr>
          <p:cNvGraphicFramePr/>
          <p:nvPr>
            <p:extLst>
              <p:ext uri="{D42A27DB-BD31-4B8C-83A1-F6EECF244321}">
                <p14:modId xmlns:p14="http://schemas.microsoft.com/office/powerpoint/2010/main" val="2752830334"/>
              </p:ext>
            </p:extLst>
          </p:nvPr>
        </p:nvGraphicFramePr>
        <p:xfrm>
          <a:off x="942108" y="1323694"/>
          <a:ext cx="9000545" cy="5356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6854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3" y="3886200"/>
            <a:ext cx="8682287" cy="859055"/>
          </a:xfrm>
        </p:spPr>
        <p:txBody>
          <a:bodyPr>
            <a:normAutofit/>
          </a:bodyPr>
          <a:lstStyle/>
          <a:p>
            <a:r>
              <a:rPr lang="en-US" dirty="0"/>
              <a:t>Test Automation Agile Way</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Chapter 2</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Plan and be prepared for Agile beforehand</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3"/>
            <a:ext cx="9402006" cy="1836616"/>
          </a:xfrm>
        </p:spPr>
        <p:txBody>
          <a:bodyPr/>
          <a:lstStyle/>
          <a:p>
            <a:r>
              <a:rPr lang="en-US" dirty="0"/>
              <a:t>Agile projects can only succeed with inherent Agile teams. QA and development teams are equally essential to the project’s success, from an original idea to the final build. Both sides should be proactive enough to collaborate with each other and the product owner continuously from the early stages while keeping up with all clients’ requirements.</a:t>
            </a:r>
          </a:p>
          <a:p>
            <a:endParaRPr lang="en-US" dirty="0"/>
          </a:p>
          <a:p>
            <a:r>
              <a:rPr lang="en-US" dirty="0"/>
              <a:t>Agile is meant to be a lean process that requires the team to finish all planned workload in short sprints. The automation testing plan, including the desired automation framework if the team opts to apply open-source tools, must be designed and built correctly in advance before beginning the project.</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Know what test cases to automate</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3"/>
            <a:ext cx="9402006" cy="1836616"/>
          </a:xfrm>
        </p:spPr>
        <p:txBody>
          <a:bodyPr/>
          <a:lstStyle/>
          <a:p>
            <a:r>
              <a:rPr lang="en-US" dirty="0"/>
              <a:t>Not all test cases in Agile projects are feasible for automation. With a high volume of requirement changes, the Agile team usually comes with instant adjustments in the code base, making it fragile and unstable. Test automation tools cannot handle such fragile objectives and require costly script maintenance in the long run.</a:t>
            </a:r>
            <a:br>
              <a:rPr lang="en-US" dirty="0"/>
            </a:br>
            <a:r>
              <a:rPr lang="en-US" dirty="0"/>
              <a:t>Regression testing is the must-have candidate to be automated. With “fixed” features in previous sprints, automation reduces time and resources for them while ensuring their functionality against the impact of new changes.</a:t>
            </a:r>
          </a:p>
          <a:p>
            <a:endParaRPr lang="en-US" dirty="0"/>
          </a:p>
          <a:p>
            <a:r>
              <a:rPr lang="en-US" dirty="0"/>
              <a:t>New features that are developed in the current build should be left for manual testing. Automating them in the first place does not benefit the QA team much because they will need to frequently re-test them as new changes occur.</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Tree>
    <p:extLst>
      <p:ext uri="{BB962C8B-B14F-4D97-AF65-F5344CB8AC3E}">
        <p14:creationId xmlns:p14="http://schemas.microsoft.com/office/powerpoint/2010/main" val="352379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Get the Right Automation Tool</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81023" y="3916591"/>
            <a:ext cx="11577577" cy="2289896"/>
          </a:xfrm>
        </p:spPr>
        <p:txBody>
          <a:bodyPr/>
          <a:lstStyle/>
          <a:p>
            <a:r>
              <a:rPr lang="en-US" dirty="0"/>
              <a:t>It is important to select the right test automation tool and for this, you must invest enough time in evaluating the capabilities of the tool. Ideally, before purchasing any test automation tool, you must ensure it meets certain basic criteria or features to ensure the success of the test automation program. Listed below are few ideal features that every test automation tool must have regardless of the type of testing to be performed:</a:t>
            </a:r>
          </a:p>
          <a:p>
            <a:endParaRPr lang="en-US" b="0" i="0" dirty="0">
              <a:solidFill>
                <a:srgbClr val="333333"/>
              </a:solidFill>
              <a:effectLst/>
              <a:latin typeface="Open Sans" panose="020B0606030504020204" pitchFamily="34" charset="0"/>
            </a:endParaRPr>
          </a:p>
          <a:p>
            <a:pPr marL="285750" indent="-285750">
              <a:spcBef>
                <a:spcPts val="0"/>
              </a:spcBef>
              <a:spcAft>
                <a:spcPts val="0"/>
              </a:spcAft>
              <a:buFont typeface="Arial" panose="020B0604020202020204" pitchFamily="34" charset="0"/>
              <a:buChar char="•"/>
            </a:pPr>
            <a:r>
              <a:rPr lang="en-US" dirty="0"/>
              <a:t>The tool should be OS friendly</a:t>
            </a:r>
          </a:p>
          <a:p>
            <a:pPr marL="285750" indent="-285750">
              <a:spcBef>
                <a:spcPts val="0"/>
              </a:spcBef>
              <a:spcAft>
                <a:spcPts val="0"/>
              </a:spcAft>
              <a:buFont typeface="Arial" panose="020B0604020202020204" pitchFamily="34" charset="0"/>
              <a:buChar char="•"/>
            </a:pPr>
            <a:r>
              <a:rPr lang="en-US" dirty="0"/>
              <a:t>It should be capable of meeting end-to-end testing requirements.</a:t>
            </a:r>
          </a:p>
          <a:p>
            <a:pPr marL="285750" indent="-285750">
              <a:spcBef>
                <a:spcPts val="0"/>
              </a:spcBef>
              <a:spcAft>
                <a:spcPts val="0"/>
              </a:spcAft>
              <a:buFont typeface="Arial" panose="020B0604020202020204" pitchFamily="34" charset="0"/>
              <a:buChar char="•"/>
            </a:pPr>
            <a:r>
              <a:rPr lang="en-US" dirty="0"/>
              <a:t>The tool should be user-friendly which will determine how easily a user can get up and ready with test automation.</a:t>
            </a:r>
          </a:p>
          <a:p>
            <a:pPr marL="285750" indent="-285750">
              <a:spcBef>
                <a:spcPts val="0"/>
              </a:spcBef>
              <a:spcAft>
                <a:spcPts val="0"/>
              </a:spcAft>
              <a:buFont typeface="Arial" panose="020B0604020202020204" pitchFamily="34" charset="0"/>
              <a:buChar char="•"/>
            </a:pPr>
            <a:r>
              <a:rPr lang="en-US" dirty="0"/>
              <a:t>The tool should offer integration support with cross-functional tools like bug tracking tools, test management tools, continuous integrations, etc.</a:t>
            </a:r>
          </a:p>
          <a:p>
            <a:pPr marL="285750" indent="-285750">
              <a:buFont typeface="Arial" panose="020B0604020202020204" pitchFamily="34" charset="0"/>
              <a:buChar char="•"/>
            </a:pPr>
            <a:r>
              <a:rPr lang="en-US" dirty="0"/>
              <a:t>The tool you choose should be robust and provide quick results so that testers can respond to the test results quickly</a:t>
            </a:r>
          </a:p>
          <a:p>
            <a:endParaRPr lang="en-US" b="0" i="0" dirty="0">
              <a:solidFill>
                <a:srgbClr val="333333"/>
              </a:solidFill>
              <a:effectLst/>
              <a:latin typeface="Open Sans" panose="020B0606030504020204" pitchFamily="34" charset="0"/>
            </a:endParaRPr>
          </a:p>
          <a:p>
            <a:endParaRPr lang="en-US" dirty="0"/>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Tree>
    <p:extLst>
      <p:ext uri="{BB962C8B-B14F-4D97-AF65-F5344CB8AC3E}">
        <p14:creationId xmlns:p14="http://schemas.microsoft.com/office/powerpoint/2010/main" val="557649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Adopt DevOps</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3"/>
            <a:ext cx="9402006" cy="1836616"/>
          </a:xfrm>
        </p:spPr>
        <p:txBody>
          <a:bodyPr/>
          <a:lstStyle/>
          <a:p>
            <a:r>
              <a:rPr lang="en-US" dirty="0"/>
              <a:t>DevOps is a principal of merging the Development, Testing, and Operations role. One can tap the benefits of collaboration and cross-functioning from the same team, which enhances the speed and software delivery process. Since DevOps promotes shared working, development, integration and testing happen in real-time, which makes the entire agile cycle more efficient.</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364944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Develop Quality Test Scripts</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3"/>
            <a:ext cx="9402006" cy="1836616"/>
          </a:xfrm>
        </p:spPr>
        <p:txBody>
          <a:bodyPr/>
          <a:lstStyle/>
          <a:p>
            <a:r>
              <a:rPr lang="en-US" dirty="0"/>
              <a:t>The objective behind this is to execute smoother and correct testing, especially regression testing without any intervention from the testers. If the test scripts are of sound and stable, the testing team can complete the regression test cycle without making unnecessary changes and can also avail the benefits of performance, speed, and accuracy.</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Tree>
    <p:extLst>
      <p:ext uri="{BB962C8B-B14F-4D97-AF65-F5344CB8AC3E}">
        <p14:creationId xmlns:p14="http://schemas.microsoft.com/office/powerpoint/2010/main" val="340407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35531"/>
          </a:xfrm>
        </p:spPr>
        <p:txBody>
          <a:bodyPr/>
          <a:lstStyle/>
          <a:p>
            <a:r>
              <a:rPr lang="en-US" dirty="0"/>
              <a:t>Keep Your Tests Small &amp; Lean</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a:xfrm>
            <a:off x="542094" y="4240093"/>
            <a:ext cx="9402006" cy="1836616"/>
          </a:xfrm>
        </p:spPr>
        <p:txBody>
          <a:bodyPr/>
          <a:lstStyle/>
          <a:p>
            <a:r>
              <a:rPr lang="en-US" dirty="0"/>
              <a:t>Make sure that the test cases are small and lean. This will help in attaching unnecessary test data which add no value to the test outcomes. Keeping smaller test cases will also help in making quick changes as per regression requirements. Moreover, it reduces the maintenance of large test suites, which contain different codes, configuration, and scenarios, thereby reducing the overall load on the development environment.</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Tree>
    <p:extLst>
      <p:ext uri="{BB962C8B-B14F-4D97-AF65-F5344CB8AC3E}">
        <p14:creationId xmlns:p14="http://schemas.microsoft.com/office/powerpoint/2010/main" val="305540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3" y="3886200"/>
            <a:ext cx="8682287" cy="859055"/>
          </a:xfrm>
        </p:spPr>
        <p:txBody>
          <a:bodyPr>
            <a:normAutofit/>
          </a:bodyPr>
          <a:lstStyle/>
          <a:p>
            <a:r>
              <a:rPr lang="en-US" dirty="0"/>
              <a:t>Test Automation In NAT</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Chapter 3</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Tree>
    <p:extLst>
      <p:ext uri="{BB962C8B-B14F-4D97-AF65-F5344CB8AC3E}">
        <p14:creationId xmlns:p14="http://schemas.microsoft.com/office/powerpoint/2010/main" val="384785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Mission Statement</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Supports Continuous Testing Model</a:t>
            </a:r>
          </a:p>
          <a:p>
            <a:r>
              <a:rPr lang="en-US" dirty="0"/>
              <a:t>Reliable</a:t>
            </a:r>
          </a:p>
          <a:p>
            <a:r>
              <a:rPr lang="en-US" dirty="0"/>
              <a:t>Supports CI/CD</a:t>
            </a:r>
          </a:p>
          <a:p>
            <a:pPr marL="0" indent="0">
              <a:buNone/>
            </a:pPr>
            <a:endParaRPr lang="en-US" dirty="0"/>
          </a:p>
          <a:p>
            <a:endParaRPr lang="en-US" dirty="0"/>
          </a:p>
          <a:p>
            <a:endParaRPr lang="en-US" dirty="0"/>
          </a:p>
        </p:txBody>
      </p:sp>
      <p:sp>
        <p:nvSpPr>
          <p:cNvPr id="13" name="Text Placeholder 12">
            <a:extLst>
              <a:ext uri="{FF2B5EF4-FFF2-40B4-BE49-F238E27FC236}">
                <a16:creationId xmlns:a16="http://schemas.microsoft.com/office/drawing/2014/main" id="{5B689415-D1B5-4498-9810-2DB6F39CC573}"/>
              </a:ext>
            </a:extLst>
          </p:cNvPr>
          <p:cNvSpPr>
            <a:spLocks noGrp="1"/>
          </p:cNvSpPr>
          <p:nvPr>
            <p:ph type="body" idx="1"/>
          </p:nvPr>
        </p:nvSpPr>
        <p:spPr/>
        <p:txBody>
          <a:bodyPr/>
          <a:lstStyle/>
          <a:p>
            <a:r>
              <a:rPr lang="en-US" dirty="0"/>
              <a:t>Design Test Automation System</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Test Automation System Architecture</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16</a:t>
            </a:fld>
            <a:endParaRPr lang="en-US"/>
          </a:p>
        </p:txBody>
      </p:sp>
      <p:pic>
        <p:nvPicPr>
          <p:cNvPr id="8" name="Content Placeholder 3">
            <a:extLst>
              <a:ext uri="{FF2B5EF4-FFF2-40B4-BE49-F238E27FC236}">
                <a16:creationId xmlns:a16="http://schemas.microsoft.com/office/drawing/2014/main" id="{7544FCD6-8A20-498F-BE64-DF07F01DA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84804" y="1529033"/>
            <a:ext cx="8889133" cy="4444567"/>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Technical Skills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17</a:t>
            </a:fld>
            <a:endParaRPr lang="en-US"/>
          </a:p>
        </p:txBody>
      </p:sp>
      <p:pic>
        <p:nvPicPr>
          <p:cNvPr id="5" name="Picture 2" descr="Selenium Icon #175351 - Free Icons Library">
            <a:extLst>
              <a:ext uri="{FF2B5EF4-FFF2-40B4-BE49-F238E27FC236}">
                <a16:creationId xmlns:a16="http://schemas.microsoft.com/office/drawing/2014/main" id="{062D135A-BA97-4515-8440-F06C1F3491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1038" y="2295375"/>
            <a:ext cx="873125" cy="836613"/>
          </a:xfrm>
          <a:prstGeom prst="rect">
            <a:avLst/>
          </a:prstGeom>
          <a:noFill/>
        </p:spPr>
      </p:pic>
      <p:pic>
        <p:nvPicPr>
          <p:cNvPr id="11" name="Picture 10" descr="How to Manage Multiple Java Versions in MacOS (Updated 2021 + macOS Big  Sur) | by Chamika Kasun | Medium">
            <a:extLst>
              <a:ext uri="{FF2B5EF4-FFF2-40B4-BE49-F238E27FC236}">
                <a16:creationId xmlns:a16="http://schemas.microsoft.com/office/drawing/2014/main" id="{75554349-D23B-4192-9ABD-2FC71D3CF7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7459" y="3344405"/>
            <a:ext cx="1738312"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4" descr="Navigating your First Steps Using Taurus | BlazeMeter">
            <a:extLst>
              <a:ext uri="{FF2B5EF4-FFF2-40B4-BE49-F238E27FC236}">
                <a16:creationId xmlns:a16="http://schemas.microsoft.com/office/drawing/2014/main" id="{AFE09829-631D-472C-A6A1-972DC13E67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65" y="5283625"/>
            <a:ext cx="879990" cy="457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8">
            <a:extLst>
              <a:ext uri="{FF2B5EF4-FFF2-40B4-BE49-F238E27FC236}">
                <a16:creationId xmlns:a16="http://schemas.microsoft.com/office/drawing/2014/main" id="{F0669539-28CC-47CA-8380-E6E60A433B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9330" y="4864305"/>
            <a:ext cx="638175"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0" descr="Integrating Netsparker Enterprise with GitHub Actions | Netsparker">
            <a:extLst>
              <a:ext uri="{FF2B5EF4-FFF2-40B4-BE49-F238E27FC236}">
                <a16:creationId xmlns:a16="http://schemas.microsoft.com/office/drawing/2014/main" id="{928E9743-F8DD-4796-8A09-C5B8CD7076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15412" y="2073876"/>
            <a:ext cx="1809749" cy="925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2" descr="Docker Logos | Docker">
            <a:extLst>
              <a:ext uri="{FF2B5EF4-FFF2-40B4-BE49-F238E27FC236}">
                <a16:creationId xmlns:a16="http://schemas.microsoft.com/office/drawing/2014/main" id="{F9EB08C2-33FD-49D6-BFE6-D34A4788E92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86813" y="3406625"/>
            <a:ext cx="259238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3">
            <a:extLst>
              <a:ext uri="{FF2B5EF4-FFF2-40B4-BE49-F238E27FC236}">
                <a16:creationId xmlns:a16="http://schemas.microsoft.com/office/drawing/2014/main" id="{E0752647-CC7B-4761-AAE0-9EFE9AA3185D}"/>
              </a:ext>
            </a:extLst>
          </p:cNvPr>
          <p:cNvSpPr txBox="1">
            <a:spLocks noChangeArrowheads="1"/>
          </p:cNvSpPr>
          <p:nvPr/>
        </p:nvSpPr>
        <p:spPr bwMode="auto">
          <a:xfrm>
            <a:off x="7894638" y="1487338"/>
            <a:ext cx="4097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dirty="0">
                <a:solidFill>
                  <a:schemeClr val="bg1"/>
                </a:solidFill>
              </a:rPr>
              <a:t>Tools to Design Continuous Testing Model</a:t>
            </a:r>
          </a:p>
        </p:txBody>
      </p:sp>
      <p:sp>
        <p:nvSpPr>
          <p:cNvPr id="19" name="TextBox 20">
            <a:extLst>
              <a:ext uri="{FF2B5EF4-FFF2-40B4-BE49-F238E27FC236}">
                <a16:creationId xmlns:a16="http://schemas.microsoft.com/office/drawing/2014/main" id="{077162FF-0790-44F5-8FB2-AF3713F8D3CB}"/>
              </a:ext>
            </a:extLst>
          </p:cNvPr>
          <p:cNvSpPr txBox="1">
            <a:spLocks noChangeArrowheads="1"/>
          </p:cNvSpPr>
          <p:nvPr/>
        </p:nvSpPr>
        <p:spPr bwMode="auto">
          <a:xfrm>
            <a:off x="3270250" y="1482575"/>
            <a:ext cx="4518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dirty="0">
                <a:solidFill>
                  <a:schemeClr val="bg1"/>
                </a:solidFill>
              </a:rPr>
              <a:t>Tools for Build Management and Development</a:t>
            </a:r>
          </a:p>
        </p:txBody>
      </p:sp>
      <p:sp>
        <p:nvSpPr>
          <p:cNvPr id="20" name="TextBox 21">
            <a:extLst>
              <a:ext uri="{FF2B5EF4-FFF2-40B4-BE49-F238E27FC236}">
                <a16:creationId xmlns:a16="http://schemas.microsoft.com/office/drawing/2014/main" id="{21579A15-691E-430B-AA04-C27F02BE11A2}"/>
              </a:ext>
            </a:extLst>
          </p:cNvPr>
          <p:cNvSpPr txBox="1">
            <a:spLocks noChangeArrowheads="1"/>
          </p:cNvSpPr>
          <p:nvPr/>
        </p:nvSpPr>
        <p:spPr bwMode="auto">
          <a:xfrm>
            <a:off x="434975" y="1488925"/>
            <a:ext cx="2125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dirty="0">
                <a:solidFill>
                  <a:schemeClr val="bg1"/>
                </a:solidFill>
              </a:rPr>
              <a:t>Test Frameworks</a:t>
            </a:r>
          </a:p>
        </p:txBody>
      </p:sp>
      <p:cxnSp>
        <p:nvCxnSpPr>
          <p:cNvPr id="21" name="Straight Connector 20">
            <a:extLst>
              <a:ext uri="{FF2B5EF4-FFF2-40B4-BE49-F238E27FC236}">
                <a16:creationId xmlns:a16="http://schemas.microsoft.com/office/drawing/2014/main" id="{3FCD855A-0961-4D04-81C7-D283D5C6844D}"/>
              </a:ext>
            </a:extLst>
          </p:cNvPr>
          <p:cNvCxnSpPr>
            <a:cxnSpLocks/>
          </p:cNvCxnSpPr>
          <p:nvPr/>
        </p:nvCxnSpPr>
        <p:spPr>
          <a:xfrm>
            <a:off x="3000375" y="1405221"/>
            <a:ext cx="872" cy="4715025"/>
          </a:xfrm>
          <a:prstGeom prst="line">
            <a:avLst/>
          </a:prstGeom>
          <a:ln w="571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151D620-8E82-49E5-926F-4523AB5351F3}"/>
              </a:ext>
            </a:extLst>
          </p:cNvPr>
          <p:cNvCxnSpPr>
            <a:cxnSpLocks/>
          </p:cNvCxnSpPr>
          <p:nvPr/>
        </p:nvCxnSpPr>
        <p:spPr>
          <a:xfrm>
            <a:off x="7875588" y="1443321"/>
            <a:ext cx="19050" cy="4708098"/>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pic>
        <p:nvPicPr>
          <p:cNvPr id="1026" name="Picture 2" descr="John Ferguson Smart - Speaker, Author and Thought Leader">
            <a:extLst>
              <a:ext uri="{FF2B5EF4-FFF2-40B4-BE49-F238E27FC236}">
                <a16:creationId xmlns:a16="http://schemas.microsoft.com/office/drawing/2014/main" id="{7801F793-FC09-4BE7-A8E7-9C9BD7804F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565" y="3351051"/>
            <a:ext cx="2393186" cy="5176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derstanding BDD &amp;&amp; setting up Cucumber | by issam nacim | Medium">
            <a:extLst>
              <a:ext uri="{FF2B5EF4-FFF2-40B4-BE49-F238E27FC236}">
                <a16:creationId xmlns:a16="http://schemas.microsoft.com/office/drawing/2014/main" id="{FF9D4F37-04B5-4423-8E2A-14A77D3E4A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7161" y="4073375"/>
            <a:ext cx="1571994" cy="45792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utomate your API Test Cases Using REST-ASSURED - Knoldus Blogs">
            <a:extLst>
              <a:ext uri="{FF2B5EF4-FFF2-40B4-BE49-F238E27FC236}">
                <a16:creationId xmlns:a16="http://schemas.microsoft.com/office/drawing/2014/main" id="{F9154454-1B7A-4644-923D-2AD0FDA650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1038" y="4763796"/>
            <a:ext cx="1171575" cy="29683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ata Driven Testing in JMeter - Knoldus Blogs">
            <a:extLst>
              <a:ext uri="{FF2B5EF4-FFF2-40B4-BE49-F238E27FC236}">
                <a16:creationId xmlns:a16="http://schemas.microsoft.com/office/drawing/2014/main" id="{FBA40655-C29B-4AF1-BD40-924A3AA1F4C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4673" y="5187361"/>
            <a:ext cx="1260477" cy="63023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ow to Install Gradle on Debian">
            <a:extLst>
              <a:ext uri="{FF2B5EF4-FFF2-40B4-BE49-F238E27FC236}">
                <a16:creationId xmlns:a16="http://schemas.microsoft.com/office/drawing/2014/main" id="{5F90D9C8-5B73-4603-B97F-D4C866C85C5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0672" y="2238820"/>
            <a:ext cx="1558203" cy="76065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mazon Web Services - Wikipedia">
            <a:extLst>
              <a:ext uri="{FF2B5EF4-FFF2-40B4-BE49-F238E27FC236}">
                <a16:creationId xmlns:a16="http://schemas.microsoft.com/office/drawing/2014/main" id="{81272345-98DD-47DA-87FB-D4E10D3A360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288719" y="4716975"/>
            <a:ext cx="1309175" cy="785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9424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Test Automation Script Flow</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18</a:t>
            </a:fld>
            <a:endParaRPr lang="en-US"/>
          </a:p>
        </p:txBody>
      </p:sp>
      <p:pic>
        <p:nvPicPr>
          <p:cNvPr id="33" name="Picture 32">
            <a:extLst>
              <a:ext uri="{FF2B5EF4-FFF2-40B4-BE49-F238E27FC236}">
                <a16:creationId xmlns:a16="http://schemas.microsoft.com/office/drawing/2014/main" id="{4D3B11E8-2EE9-449A-9093-2C389731E21E}"/>
              </a:ext>
            </a:extLst>
          </p:cNvPr>
          <p:cNvPicPr>
            <a:picLocks noChangeAspect="1"/>
          </p:cNvPicPr>
          <p:nvPr/>
        </p:nvPicPr>
        <p:blipFill>
          <a:blip r:embed="rId2"/>
          <a:stretch>
            <a:fillRect/>
          </a:stretch>
        </p:blipFill>
        <p:spPr>
          <a:xfrm>
            <a:off x="918053" y="1437519"/>
            <a:ext cx="8399567" cy="4632319"/>
          </a:xfrm>
          <a:prstGeom prst="rect">
            <a:avLst/>
          </a:prstGeom>
        </p:spPr>
      </p:pic>
    </p:spTree>
    <p:extLst>
      <p:ext uri="{BB962C8B-B14F-4D97-AF65-F5344CB8AC3E}">
        <p14:creationId xmlns:p14="http://schemas.microsoft.com/office/powerpoint/2010/main" val="3356928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Ways To Trigger Test Automation</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19</a:t>
            </a:fld>
            <a:endParaRPr lang="en-US"/>
          </a:p>
        </p:txBody>
      </p:sp>
      <p:pic>
        <p:nvPicPr>
          <p:cNvPr id="4" name="Picture 3">
            <a:extLst>
              <a:ext uri="{FF2B5EF4-FFF2-40B4-BE49-F238E27FC236}">
                <a16:creationId xmlns:a16="http://schemas.microsoft.com/office/drawing/2014/main" id="{FAF34923-D773-42A8-9C64-FD6C397742BC}"/>
              </a:ext>
            </a:extLst>
          </p:cNvPr>
          <p:cNvPicPr>
            <a:picLocks noChangeAspect="1"/>
          </p:cNvPicPr>
          <p:nvPr/>
        </p:nvPicPr>
        <p:blipFill>
          <a:blip r:embed="rId2"/>
          <a:stretch>
            <a:fillRect/>
          </a:stretch>
        </p:blipFill>
        <p:spPr>
          <a:xfrm>
            <a:off x="291653" y="1570708"/>
            <a:ext cx="10514292" cy="4286081"/>
          </a:xfrm>
          <a:prstGeom prst="rect">
            <a:avLst/>
          </a:prstGeom>
        </p:spPr>
      </p:pic>
    </p:spTree>
    <p:extLst>
      <p:ext uri="{BB962C8B-B14F-4D97-AF65-F5344CB8AC3E}">
        <p14:creationId xmlns:p14="http://schemas.microsoft.com/office/powerpoint/2010/main" val="248879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35531"/>
          </a:xfrm>
        </p:spPr>
        <p:txBody>
          <a:bodyPr wrap="square" anchor="t">
            <a:normAutofit/>
          </a:bodyPr>
          <a:lstStyle/>
          <a:p>
            <a:r>
              <a:rPr lang="en-US" dirty="0"/>
              <a:t>Proposed Process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a:xfrm>
            <a:off x="11252200" y="6315075"/>
            <a:ext cx="406400" cy="365125"/>
          </a:xfrm>
        </p:spPr>
        <p:txBody>
          <a:bodyPr anchor="ctr">
            <a:normAutofit/>
          </a:bodyPr>
          <a:lstStyle/>
          <a:p>
            <a:pPr>
              <a:spcAft>
                <a:spcPts val="600"/>
              </a:spcAft>
            </a:pPr>
            <a:fld id="{C263D6C4-4840-40CC-AC84-17E24B3B7BDE}" type="slidenum">
              <a:rPr lang="en-US" smtClean="0"/>
              <a:pPr>
                <a:spcAft>
                  <a:spcPts val="600"/>
                </a:spcAft>
              </a:pPr>
              <a:t>20</a:t>
            </a:fld>
            <a:endParaRPr lang="en-US"/>
          </a:p>
        </p:txBody>
      </p:sp>
      <p:pic>
        <p:nvPicPr>
          <p:cNvPr id="5" name="Picture 4">
            <a:extLst>
              <a:ext uri="{FF2B5EF4-FFF2-40B4-BE49-F238E27FC236}">
                <a16:creationId xmlns:a16="http://schemas.microsoft.com/office/drawing/2014/main" id="{22310481-4899-4C72-9AFE-812375FCE650}"/>
              </a:ext>
            </a:extLst>
          </p:cNvPr>
          <p:cNvPicPr>
            <a:picLocks noChangeAspect="1"/>
          </p:cNvPicPr>
          <p:nvPr/>
        </p:nvPicPr>
        <p:blipFill>
          <a:blip r:embed="rId2"/>
          <a:stretch>
            <a:fillRect/>
          </a:stretch>
        </p:blipFill>
        <p:spPr>
          <a:xfrm>
            <a:off x="130026" y="1521096"/>
            <a:ext cx="11122173" cy="4532286"/>
          </a:xfrm>
          <a:prstGeom prst="rect">
            <a:avLst/>
          </a:prstGeom>
          <a:noFill/>
        </p:spPr>
      </p:pic>
    </p:spTree>
    <p:extLst>
      <p:ext uri="{BB962C8B-B14F-4D97-AF65-F5344CB8AC3E}">
        <p14:creationId xmlns:p14="http://schemas.microsoft.com/office/powerpoint/2010/main" val="132092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3" y="3886200"/>
            <a:ext cx="8682287" cy="859055"/>
          </a:xfrm>
        </p:spPr>
        <p:txBody>
          <a:bodyPr>
            <a:normAutofit/>
          </a:bodyPr>
          <a:lstStyle/>
          <a:p>
            <a:r>
              <a:rPr lang="en-US" dirty="0"/>
              <a:t>Test Automation Demo</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p:txBody>
          <a:bodyPr/>
          <a:lstStyle/>
          <a:p>
            <a:r>
              <a:rPr lang="en-US" dirty="0"/>
              <a:t>Chapter 4</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21</a:t>
            </a:fld>
            <a:endParaRPr lang="en-US" dirty="0"/>
          </a:p>
        </p:txBody>
      </p:sp>
    </p:spTree>
    <p:extLst>
      <p:ext uri="{BB962C8B-B14F-4D97-AF65-F5344CB8AC3E}">
        <p14:creationId xmlns:p14="http://schemas.microsoft.com/office/powerpoint/2010/main" val="395415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216</TotalTime>
  <Words>901</Words>
  <Application>Microsoft Office PowerPoint</Application>
  <PresentationFormat>Widescreen</PresentationFormat>
  <Paragraphs>101</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Open Sans</vt:lpstr>
      <vt:lpstr>Trade Gothic LT Pro</vt:lpstr>
      <vt:lpstr>Trebuchet MS</vt:lpstr>
      <vt:lpstr>Office Theme</vt:lpstr>
      <vt:lpstr>Test Automation</vt:lpstr>
      <vt:lpstr>To Be Discussed</vt:lpstr>
      <vt:lpstr>What is Test Automation</vt:lpstr>
      <vt:lpstr>Why Test Automation</vt:lpstr>
      <vt:lpstr>Test Automation Introduction</vt:lpstr>
      <vt:lpstr>Test Automation Framework Types</vt:lpstr>
      <vt:lpstr>Test Automation Agile Way</vt:lpstr>
      <vt:lpstr>Plan and be prepared for Agile beforehand</vt:lpstr>
      <vt:lpstr>Know what test cases to automate</vt:lpstr>
      <vt:lpstr>Get the Right Automation Tool</vt:lpstr>
      <vt:lpstr>Adopt DevOps</vt:lpstr>
      <vt:lpstr>Develop Quality Test Scripts</vt:lpstr>
      <vt:lpstr>Keep Your Tests Small &amp; Lean</vt:lpstr>
      <vt:lpstr>Test Automation In NAT</vt:lpstr>
      <vt:lpstr>Mission Statement</vt:lpstr>
      <vt:lpstr>Test Automation System Architecture</vt:lpstr>
      <vt:lpstr>Technical Skills</vt:lpstr>
      <vt:lpstr>Test Automation Script Flow</vt:lpstr>
      <vt:lpstr>Ways To Trigger Test Automation</vt:lpstr>
      <vt:lpstr>Proposed Process</vt:lpstr>
      <vt:lpstr>Test Automation Demo</vt:lpstr>
      <vt:lpstr>Thank You</vt:lpstr>
    </vt:vector>
  </TitlesOfParts>
  <Company>BHN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Automation</dc:title>
  <dc:creator>Sandeep Raina</dc:creator>
  <cp:lastModifiedBy>Sandeep Raina</cp:lastModifiedBy>
  <cp:revision>3</cp:revision>
  <dcterms:created xsi:type="dcterms:W3CDTF">2022-03-30T03:38:41Z</dcterms:created>
  <dcterms:modified xsi:type="dcterms:W3CDTF">2022-03-30T07:15:13Z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